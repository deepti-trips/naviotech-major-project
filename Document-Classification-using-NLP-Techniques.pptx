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559800"/>
  <p:notesSz cx="11430000" cy="8559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46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7365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7365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8362950"/>
          </a:xfrm>
          <a:custGeom>
            <a:avLst/>
            <a:gdLst/>
            <a:ahLst/>
            <a:cxnLst/>
            <a:rect l="l" t="t" r="r" b="b"/>
            <a:pathLst>
              <a:path w="11430000" h="8362950">
                <a:moveTo>
                  <a:pt x="11429999" y="8362949"/>
                </a:moveTo>
                <a:lnTo>
                  <a:pt x="0" y="83629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36294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013" y="2946363"/>
            <a:ext cx="196711" cy="19278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90487" y="2993935"/>
            <a:ext cx="3903345" cy="3136900"/>
          </a:xfrm>
          <a:custGeom>
            <a:avLst/>
            <a:gdLst/>
            <a:ahLst/>
            <a:cxnLst/>
            <a:rect l="l" t="t" r="r" b="b"/>
            <a:pathLst>
              <a:path w="3903345" h="3136900">
                <a:moveTo>
                  <a:pt x="865873" y="1231900"/>
                </a:moveTo>
                <a:lnTo>
                  <a:pt x="858545" y="1231900"/>
                </a:lnTo>
                <a:lnTo>
                  <a:pt x="858443" y="1219200"/>
                </a:lnTo>
                <a:lnTo>
                  <a:pt x="858329" y="1168400"/>
                </a:lnTo>
                <a:lnTo>
                  <a:pt x="857288" y="1155700"/>
                </a:lnTo>
                <a:lnTo>
                  <a:pt x="837920" y="1155700"/>
                </a:lnTo>
                <a:lnTo>
                  <a:pt x="837920" y="1219200"/>
                </a:lnTo>
                <a:lnTo>
                  <a:pt x="811987" y="1219200"/>
                </a:lnTo>
                <a:lnTo>
                  <a:pt x="812101" y="1168400"/>
                </a:lnTo>
                <a:lnTo>
                  <a:pt x="837806" y="1181100"/>
                </a:lnTo>
                <a:lnTo>
                  <a:pt x="837920" y="1219200"/>
                </a:lnTo>
                <a:lnTo>
                  <a:pt x="837920" y="1155700"/>
                </a:lnTo>
                <a:lnTo>
                  <a:pt x="791883" y="1155700"/>
                </a:lnTo>
                <a:lnTo>
                  <a:pt x="791743" y="1168400"/>
                </a:lnTo>
                <a:lnTo>
                  <a:pt x="791756" y="1206500"/>
                </a:lnTo>
                <a:lnTo>
                  <a:pt x="790892" y="1231900"/>
                </a:lnTo>
                <a:lnTo>
                  <a:pt x="776008" y="1231900"/>
                </a:lnTo>
                <a:lnTo>
                  <a:pt x="804659" y="1244600"/>
                </a:lnTo>
                <a:lnTo>
                  <a:pt x="813346" y="1231900"/>
                </a:lnTo>
                <a:lnTo>
                  <a:pt x="831621" y="1231900"/>
                </a:lnTo>
                <a:lnTo>
                  <a:pt x="839216" y="1244600"/>
                </a:lnTo>
                <a:lnTo>
                  <a:pt x="865873" y="1231900"/>
                </a:lnTo>
                <a:close/>
              </a:path>
              <a:path w="3903345" h="3136900">
                <a:moveTo>
                  <a:pt x="993178" y="1231900"/>
                </a:moveTo>
                <a:lnTo>
                  <a:pt x="993089" y="1219200"/>
                </a:lnTo>
                <a:lnTo>
                  <a:pt x="993101" y="1168400"/>
                </a:lnTo>
                <a:lnTo>
                  <a:pt x="992454" y="1155700"/>
                </a:lnTo>
                <a:lnTo>
                  <a:pt x="980706" y="1155700"/>
                </a:lnTo>
                <a:lnTo>
                  <a:pt x="980706" y="1168400"/>
                </a:lnTo>
                <a:lnTo>
                  <a:pt x="980668" y="1219200"/>
                </a:lnTo>
                <a:lnTo>
                  <a:pt x="948778" y="1219200"/>
                </a:lnTo>
                <a:lnTo>
                  <a:pt x="949032" y="1206500"/>
                </a:lnTo>
                <a:lnTo>
                  <a:pt x="949147" y="1193800"/>
                </a:lnTo>
                <a:lnTo>
                  <a:pt x="949223" y="1181100"/>
                </a:lnTo>
                <a:lnTo>
                  <a:pt x="949350" y="1168400"/>
                </a:lnTo>
                <a:lnTo>
                  <a:pt x="980706" y="1168400"/>
                </a:lnTo>
                <a:lnTo>
                  <a:pt x="980706" y="1155700"/>
                </a:lnTo>
                <a:lnTo>
                  <a:pt x="937387" y="1155700"/>
                </a:lnTo>
                <a:lnTo>
                  <a:pt x="936332" y="1168400"/>
                </a:lnTo>
                <a:lnTo>
                  <a:pt x="936256" y="1181100"/>
                </a:lnTo>
                <a:lnTo>
                  <a:pt x="936180" y="1193800"/>
                </a:lnTo>
                <a:lnTo>
                  <a:pt x="936053" y="1206500"/>
                </a:lnTo>
                <a:lnTo>
                  <a:pt x="935088" y="1231900"/>
                </a:lnTo>
                <a:lnTo>
                  <a:pt x="993178" y="1231900"/>
                </a:lnTo>
                <a:close/>
              </a:path>
              <a:path w="3903345" h="3136900">
                <a:moveTo>
                  <a:pt x="1154684" y="1231900"/>
                </a:moveTo>
                <a:lnTo>
                  <a:pt x="1153807" y="1231900"/>
                </a:lnTo>
                <a:lnTo>
                  <a:pt x="1153477" y="1206500"/>
                </a:lnTo>
                <a:lnTo>
                  <a:pt x="1153274" y="1193800"/>
                </a:lnTo>
                <a:lnTo>
                  <a:pt x="1153071" y="1181100"/>
                </a:lnTo>
                <a:lnTo>
                  <a:pt x="1152740" y="1168400"/>
                </a:lnTo>
                <a:lnTo>
                  <a:pt x="1135545" y="1168400"/>
                </a:lnTo>
                <a:lnTo>
                  <a:pt x="1135545" y="1231900"/>
                </a:lnTo>
                <a:lnTo>
                  <a:pt x="1074369" y="1231900"/>
                </a:lnTo>
                <a:lnTo>
                  <a:pt x="1074102" y="1219200"/>
                </a:lnTo>
                <a:lnTo>
                  <a:pt x="1074089" y="1206500"/>
                </a:lnTo>
                <a:lnTo>
                  <a:pt x="1074407" y="1193800"/>
                </a:lnTo>
                <a:lnTo>
                  <a:pt x="1135202" y="1193800"/>
                </a:lnTo>
                <a:lnTo>
                  <a:pt x="1135037" y="1206500"/>
                </a:lnTo>
                <a:lnTo>
                  <a:pt x="1135545" y="1231900"/>
                </a:lnTo>
                <a:lnTo>
                  <a:pt x="1135545" y="1168400"/>
                </a:lnTo>
                <a:lnTo>
                  <a:pt x="1122159" y="1168400"/>
                </a:lnTo>
                <a:lnTo>
                  <a:pt x="1122718" y="1155700"/>
                </a:lnTo>
                <a:lnTo>
                  <a:pt x="1121346" y="1143000"/>
                </a:lnTo>
                <a:lnTo>
                  <a:pt x="1116698" y="1143000"/>
                </a:lnTo>
                <a:lnTo>
                  <a:pt x="1108710" y="1130300"/>
                </a:lnTo>
                <a:lnTo>
                  <a:pt x="1106576" y="1130300"/>
                </a:lnTo>
                <a:lnTo>
                  <a:pt x="1106576" y="1168400"/>
                </a:lnTo>
                <a:lnTo>
                  <a:pt x="1105712" y="1168400"/>
                </a:lnTo>
                <a:lnTo>
                  <a:pt x="1103236" y="1181100"/>
                </a:lnTo>
                <a:lnTo>
                  <a:pt x="1102080" y="1168400"/>
                </a:lnTo>
                <a:lnTo>
                  <a:pt x="1101775" y="1168400"/>
                </a:lnTo>
                <a:lnTo>
                  <a:pt x="1102245" y="1155700"/>
                </a:lnTo>
                <a:lnTo>
                  <a:pt x="1105801" y="1155700"/>
                </a:lnTo>
                <a:lnTo>
                  <a:pt x="1106576" y="1168400"/>
                </a:lnTo>
                <a:lnTo>
                  <a:pt x="1106576" y="1130300"/>
                </a:lnTo>
                <a:lnTo>
                  <a:pt x="1099515" y="1130300"/>
                </a:lnTo>
                <a:lnTo>
                  <a:pt x="1091349" y="1143000"/>
                </a:lnTo>
                <a:lnTo>
                  <a:pt x="1086421" y="1143000"/>
                </a:lnTo>
                <a:lnTo>
                  <a:pt x="1085011" y="1155700"/>
                </a:lnTo>
                <a:lnTo>
                  <a:pt x="1085926" y="1168400"/>
                </a:lnTo>
                <a:lnTo>
                  <a:pt x="1055839" y="1168400"/>
                </a:lnTo>
                <a:lnTo>
                  <a:pt x="1055751" y="1206500"/>
                </a:lnTo>
                <a:lnTo>
                  <a:pt x="1055636" y="1219200"/>
                </a:lnTo>
                <a:lnTo>
                  <a:pt x="1055535" y="1231900"/>
                </a:lnTo>
                <a:lnTo>
                  <a:pt x="1052588" y="1231900"/>
                </a:lnTo>
                <a:lnTo>
                  <a:pt x="1056220" y="1244600"/>
                </a:lnTo>
                <a:lnTo>
                  <a:pt x="1060335" y="1244600"/>
                </a:lnTo>
                <a:lnTo>
                  <a:pt x="1065098" y="1257300"/>
                </a:lnTo>
                <a:lnTo>
                  <a:pt x="1065479" y="1257300"/>
                </a:lnTo>
                <a:lnTo>
                  <a:pt x="1065631" y="1270000"/>
                </a:lnTo>
                <a:lnTo>
                  <a:pt x="714540" y="1270000"/>
                </a:lnTo>
                <a:lnTo>
                  <a:pt x="714502" y="1282700"/>
                </a:lnTo>
                <a:lnTo>
                  <a:pt x="1070635" y="1282700"/>
                </a:lnTo>
                <a:lnTo>
                  <a:pt x="1072781" y="1270000"/>
                </a:lnTo>
                <a:lnTo>
                  <a:pt x="1073721" y="1270000"/>
                </a:lnTo>
                <a:lnTo>
                  <a:pt x="1073645" y="1257300"/>
                </a:lnTo>
                <a:lnTo>
                  <a:pt x="1072730" y="1244600"/>
                </a:lnTo>
                <a:lnTo>
                  <a:pt x="1150454" y="1244600"/>
                </a:lnTo>
                <a:lnTo>
                  <a:pt x="1154684" y="1231900"/>
                </a:lnTo>
                <a:close/>
              </a:path>
              <a:path w="3903345" h="3136900">
                <a:moveTo>
                  <a:pt x="1188173" y="1231900"/>
                </a:moveTo>
                <a:lnTo>
                  <a:pt x="1188097" y="1181100"/>
                </a:lnTo>
                <a:lnTo>
                  <a:pt x="1187983" y="952500"/>
                </a:lnTo>
                <a:lnTo>
                  <a:pt x="1185672" y="939800"/>
                </a:lnTo>
                <a:lnTo>
                  <a:pt x="1178471" y="927100"/>
                </a:lnTo>
                <a:lnTo>
                  <a:pt x="1167930" y="914400"/>
                </a:lnTo>
                <a:lnTo>
                  <a:pt x="751090" y="914400"/>
                </a:lnTo>
                <a:lnTo>
                  <a:pt x="741337" y="927100"/>
                </a:lnTo>
                <a:lnTo>
                  <a:pt x="734860" y="939800"/>
                </a:lnTo>
                <a:lnTo>
                  <a:pt x="733005" y="952500"/>
                </a:lnTo>
                <a:lnTo>
                  <a:pt x="733120" y="977900"/>
                </a:lnTo>
                <a:lnTo>
                  <a:pt x="733158" y="1206500"/>
                </a:lnTo>
                <a:lnTo>
                  <a:pt x="732624" y="1206500"/>
                </a:lnTo>
                <a:lnTo>
                  <a:pt x="733501" y="1219200"/>
                </a:lnTo>
                <a:lnTo>
                  <a:pt x="724458" y="1231900"/>
                </a:lnTo>
                <a:lnTo>
                  <a:pt x="740206" y="1231900"/>
                </a:lnTo>
                <a:lnTo>
                  <a:pt x="740994" y="1168400"/>
                </a:lnTo>
                <a:lnTo>
                  <a:pt x="741083" y="1092200"/>
                </a:lnTo>
                <a:lnTo>
                  <a:pt x="741197" y="952500"/>
                </a:lnTo>
                <a:lnTo>
                  <a:pt x="743432" y="939800"/>
                </a:lnTo>
                <a:lnTo>
                  <a:pt x="749312" y="927100"/>
                </a:lnTo>
                <a:lnTo>
                  <a:pt x="1168311" y="927100"/>
                </a:lnTo>
                <a:lnTo>
                  <a:pt x="1173645" y="939800"/>
                </a:lnTo>
                <a:lnTo>
                  <a:pt x="1177747" y="939800"/>
                </a:lnTo>
                <a:lnTo>
                  <a:pt x="1179601" y="952500"/>
                </a:lnTo>
                <a:lnTo>
                  <a:pt x="1180122" y="952500"/>
                </a:lnTo>
                <a:lnTo>
                  <a:pt x="1180058" y="1219200"/>
                </a:lnTo>
                <a:lnTo>
                  <a:pt x="1179969" y="1231900"/>
                </a:lnTo>
                <a:lnTo>
                  <a:pt x="1188173" y="1231900"/>
                </a:lnTo>
                <a:close/>
              </a:path>
              <a:path w="3903345" h="3136900">
                <a:moveTo>
                  <a:pt x="2172347" y="783793"/>
                </a:moveTo>
                <a:lnTo>
                  <a:pt x="2169134" y="769772"/>
                </a:lnTo>
                <a:lnTo>
                  <a:pt x="2160854" y="758050"/>
                </a:lnTo>
                <a:lnTo>
                  <a:pt x="2154796" y="752017"/>
                </a:lnTo>
                <a:lnTo>
                  <a:pt x="2146439" y="749465"/>
                </a:lnTo>
                <a:lnTo>
                  <a:pt x="2138743" y="746531"/>
                </a:lnTo>
                <a:lnTo>
                  <a:pt x="2142147" y="740460"/>
                </a:lnTo>
                <a:lnTo>
                  <a:pt x="2145690" y="734479"/>
                </a:lnTo>
                <a:lnTo>
                  <a:pt x="2149144" y="728459"/>
                </a:lnTo>
                <a:lnTo>
                  <a:pt x="2152319" y="722274"/>
                </a:lnTo>
                <a:lnTo>
                  <a:pt x="2152167" y="714895"/>
                </a:lnTo>
                <a:lnTo>
                  <a:pt x="2146897" y="709714"/>
                </a:lnTo>
                <a:lnTo>
                  <a:pt x="2139696" y="708355"/>
                </a:lnTo>
                <a:lnTo>
                  <a:pt x="2133701" y="712431"/>
                </a:lnTo>
                <a:lnTo>
                  <a:pt x="2128075" y="722325"/>
                </a:lnTo>
                <a:lnTo>
                  <a:pt x="2122601" y="732320"/>
                </a:lnTo>
                <a:lnTo>
                  <a:pt x="2117280" y="742403"/>
                </a:lnTo>
                <a:lnTo>
                  <a:pt x="2112124" y="752551"/>
                </a:lnTo>
                <a:lnTo>
                  <a:pt x="2113610" y="760463"/>
                </a:lnTo>
                <a:lnTo>
                  <a:pt x="2119604" y="764870"/>
                </a:lnTo>
                <a:lnTo>
                  <a:pt x="2127745" y="766838"/>
                </a:lnTo>
                <a:lnTo>
                  <a:pt x="2135657" y="767384"/>
                </a:lnTo>
                <a:lnTo>
                  <a:pt x="2145169" y="770001"/>
                </a:lnTo>
                <a:lnTo>
                  <a:pt x="2151164" y="777722"/>
                </a:lnTo>
                <a:lnTo>
                  <a:pt x="2152612" y="787577"/>
                </a:lnTo>
                <a:lnTo>
                  <a:pt x="2148471" y="796556"/>
                </a:lnTo>
                <a:lnTo>
                  <a:pt x="2140267" y="803668"/>
                </a:lnTo>
                <a:lnTo>
                  <a:pt x="2131187" y="809663"/>
                </a:lnTo>
                <a:lnTo>
                  <a:pt x="2121865" y="815352"/>
                </a:lnTo>
                <a:lnTo>
                  <a:pt x="2112962" y="821575"/>
                </a:lnTo>
                <a:lnTo>
                  <a:pt x="2114600" y="827201"/>
                </a:lnTo>
                <a:lnTo>
                  <a:pt x="2117483" y="832624"/>
                </a:lnTo>
                <a:lnTo>
                  <a:pt x="2121789" y="836066"/>
                </a:lnTo>
                <a:lnTo>
                  <a:pt x="2127720" y="835774"/>
                </a:lnTo>
                <a:lnTo>
                  <a:pt x="2162810" y="810260"/>
                </a:lnTo>
                <a:lnTo>
                  <a:pt x="2170303" y="797991"/>
                </a:lnTo>
                <a:lnTo>
                  <a:pt x="2172347" y="783793"/>
                </a:lnTo>
                <a:close/>
              </a:path>
              <a:path w="3903345" h="3136900">
                <a:moveTo>
                  <a:pt x="3576459" y="810996"/>
                </a:moveTo>
                <a:lnTo>
                  <a:pt x="3575989" y="810996"/>
                </a:lnTo>
                <a:lnTo>
                  <a:pt x="3575989" y="794486"/>
                </a:lnTo>
                <a:lnTo>
                  <a:pt x="3420110" y="794486"/>
                </a:lnTo>
                <a:lnTo>
                  <a:pt x="3420110" y="810996"/>
                </a:lnTo>
                <a:lnTo>
                  <a:pt x="3420110" y="828776"/>
                </a:lnTo>
                <a:lnTo>
                  <a:pt x="3420084" y="846556"/>
                </a:lnTo>
                <a:lnTo>
                  <a:pt x="3419919" y="846556"/>
                </a:lnTo>
                <a:lnTo>
                  <a:pt x="3419919" y="864336"/>
                </a:lnTo>
                <a:lnTo>
                  <a:pt x="3576282" y="864336"/>
                </a:lnTo>
                <a:lnTo>
                  <a:pt x="3576282" y="846556"/>
                </a:lnTo>
                <a:lnTo>
                  <a:pt x="3576421" y="846556"/>
                </a:lnTo>
                <a:lnTo>
                  <a:pt x="3576421" y="828776"/>
                </a:lnTo>
                <a:lnTo>
                  <a:pt x="3576459" y="810996"/>
                </a:lnTo>
                <a:close/>
              </a:path>
              <a:path w="3903345" h="3136900">
                <a:moveTo>
                  <a:pt x="3609289" y="1265656"/>
                </a:moveTo>
                <a:lnTo>
                  <a:pt x="3609225" y="1250416"/>
                </a:lnTo>
                <a:lnTo>
                  <a:pt x="3603167" y="1250416"/>
                </a:lnTo>
                <a:lnTo>
                  <a:pt x="3603167" y="1249146"/>
                </a:lnTo>
                <a:lnTo>
                  <a:pt x="3593706" y="1249146"/>
                </a:lnTo>
                <a:lnTo>
                  <a:pt x="3593706" y="1265656"/>
                </a:lnTo>
                <a:lnTo>
                  <a:pt x="3593706" y="1266926"/>
                </a:lnTo>
                <a:lnTo>
                  <a:pt x="3593630" y="1274546"/>
                </a:lnTo>
                <a:lnTo>
                  <a:pt x="3593528" y="1283436"/>
                </a:lnTo>
                <a:lnTo>
                  <a:pt x="3593452" y="1292326"/>
                </a:lnTo>
                <a:lnTo>
                  <a:pt x="3593376" y="1301216"/>
                </a:lnTo>
                <a:lnTo>
                  <a:pt x="3464483" y="1301216"/>
                </a:lnTo>
                <a:lnTo>
                  <a:pt x="3464483" y="1299946"/>
                </a:lnTo>
                <a:lnTo>
                  <a:pt x="3445205" y="1299946"/>
                </a:lnTo>
                <a:lnTo>
                  <a:pt x="3445205" y="1292326"/>
                </a:lnTo>
                <a:lnTo>
                  <a:pt x="3445294" y="1283436"/>
                </a:lnTo>
                <a:lnTo>
                  <a:pt x="3445370" y="1274546"/>
                </a:lnTo>
                <a:lnTo>
                  <a:pt x="3445446" y="1265656"/>
                </a:lnTo>
                <a:lnTo>
                  <a:pt x="3593706" y="1265656"/>
                </a:lnTo>
                <a:lnTo>
                  <a:pt x="3593706" y="1249146"/>
                </a:lnTo>
                <a:lnTo>
                  <a:pt x="3430257" y="1249146"/>
                </a:lnTo>
                <a:lnTo>
                  <a:pt x="3430257" y="1250416"/>
                </a:lnTo>
                <a:lnTo>
                  <a:pt x="3430105" y="1250416"/>
                </a:lnTo>
                <a:lnTo>
                  <a:pt x="3430105" y="1265656"/>
                </a:lnTo>
                <a:lnTo>
                  <a:pt x="3429901" y="1265656"/>
                </a:lnTo>
                <a:lnTo>
                  <a:pt x="3429901" y="1274546"/>
                </a:lnTo>
                <a:lnTo>
                  <a:pt x="3429736" y="1274546"/>
                </a:lnTo>
                <a:lnTo>
                  <a:pt x="3429736" y="1283436"/>
                </a:lnTo>
                <a:lnTo>
                  <a:pt x="3429711" y="1292326"/>
                </a:lnTo>
                <a:lnTo>
                  <a:pt x="3429762" y="1299946"/>
                </a:lnTo>
                <a:lnTo>
                  <a:pt x="3429800" y="1301216"/>
                </a:lnTo>
                <a:lnTo>
                  <a:pt x="3430219" y="1301216"/>
                </a:lnTo>
                <a:lnTo>
                  <a:pt x="3430219" y="1316456"/>
                </a:lnTo>
                <a:lnTo>
                  <a:pt x="3608768" y="1316456"/>
                </a:lnTo>
                <a:lnTo>
                  <a:pt x="3608768" y="1301216"/>
                </a:lnTo>
                <a:lnTo>
                  <a:pt x="3609225" y="1301216"/>
                </a:lnTo>
                <a:lnTo>
                  <a:pt x="3609225" y="1292326"/>
                </a:lnTo>
                <a:lnTo>
                  <a:pt x="3609238" y="1283436"/>
                </a:lnTo>
                <a:lnTo>
                  <a:pt x="3609263" y="1274546"/>
                </a:lnTo>
                <a:lnTo>
                  <a:pt x="3609276" y="1266926"/>
                </a:lnTo>
                <a:lnTo>
                  <a:pt x="3609289" y="1265656"/>
                </a:lnTo>
                <a:close/>
              </a:path>
              <a:path w="3903345" h="3136900">
                <a:moveTo>
                  <a:pt x="3902722" y="414756"/>
                </a:moveTo>
                <a:lnTo>
                  <a:pt x="3902646" y="413486"/>
                </a:lnTo>
                <a:lnTo>
                  <a:pt x="3902405" y="413486"/>
                </a:lnTo>
                <a:lnTo>
                  <a:pt x="3902405" y="393166"/>
                </a:lnTo>
                <a:lnTo>
                  <a:pt x="3790264" y="393166"/>
                </a:lnTo>
                <a:lnTo>
                  <a:pt x="3790264" y="413486"/>
                </a:lnTo>
                <a:lnTo>
                  <a:pt x="3790340" y="414756"/>
                </a:lnTo>
                <a:lnTo>
                  <a:pt x="3790353" y="435076"/>
                </a:lnTo>
                <a:lnTo>
                  <a:pt x="3790302" y="455396"/>
                </a:lnTo>
                <a:lnTo>
                  <a:pt x="3790175" y="455396"/>
                </a:lnTo>
                <a:lnTo>
                  <a:pt x="3790175" y="475716"/>
                </a:lnTo>
                <a:lnTo>
                  <a:pt x="3902379" y="475716"/>
                </a:lnTo>
                <a:lnTo>
                  <a:pt x="3902379" y="455396"/>
                </a:lnTo>
                <a:lnTo>
                  <a:pt x="3902697" y="455396"/>
                </a:lnTo>
                <a:lnTo>
                  <a:pt x="3902697" y="435076"/>
                </a:lnTo>
                <a:lnTo>
                  <a:pt x="3902722" y="414756"/>
                </a:lnTo>
                <a:close/>
              </a:path>
              <a:path w="3903345" h="3136900">
                <a:moveTo>
                  <a:pt x="3903154" y="914400"/>
                </a:moveTo>
                <a:lnTo>
                  <a:pt x="3704729" y="914400"/>
                </a:lnTo>
                <a:lnTo>
                  <a:pt x="3704640" y="889000"/>
                </a:lnTo>
                <a:lnTo>
                  <a:pt x="3704539" y="304800"/>
                </a:lnTo>
                <a:lnTo>
                  <a:pt x="3902087" y="304800"/>
                </a:lnTo>
                <a:lnTo>
                  <a:pt x="3902164" y="292100"/>
                </a:lnTo>
                <a:lnTo>
                  <a:pt x="3902303" y="292100"/>
                </a:lnTo>
                <a:lnTo>
                  <a:pt x="3902519" y="279400"/>
                </a:lnTo>
                <a:lnTo>
                  <a:pt x="3679634" y="279400"/>
                </a:lnTo>
                <a:lnTo>
                  <a:pt x="3679634" y="304800"/>
                </a:lnTo>
                <a:lnTo>
                  <a:pt x="3679558" y="914400"/>
                </a:lnTo>
                <a:lnTo>
                  <a:pt x="3328886" y="914400"/>
                </a:lnTo>
                <a:lnTo>
                  <a:pt x="3328860" y="901700"/>
                </a:lnTo>
                <a:lnTo>
                  <a:pt x="3328759" y="863600"/>
                </a:lnTo>
                <a:lnTo>
                  <a:pt x="3328657" y="304800"/>
                </a:lnTo>
                <a:lnTo>
                  <a:pt x="3679634" y="304800"/>
                </a:lnTo>
                <a:lnTo>
                  <a:pt x="3679634" y="279400"/>
                </a:lnTo>
                <a:lnTo>
                  <a:pt x="3328543" y="279400"/>
                </a:lnTo>
                <a:lnTo>
                  <a:pt x="3328593" y="139700"/>
                </a:lnTo>
                <a:lnTo>
                  <a:pt x="3328695" y="127000"/>
                </a:lnTo>
                <a:lnTo>
                  <a:pt x="3902316" y="127000"/>
                </a:lnTo>
                <a:lnTo>
                  <a:pt x="3902608" y="101600"/>
                </a:lnTo>
                <a:lnTo>
                  <a:pt x="3902659" y="38100"/>
                </a:lnTo>
                <a:lnTo>
                  <a:pt x="3248418" y="38100"/>
                </a:lnTo>
                <a:lnTo>
                  <a:pt x="3241319" y="50800"/>
                </a:lnTo>
                <a:lnTo>
                  <a:pt x="3242551" y="50800"/>
                </a:lnTo>
                <a:lnTo>
                  <a:pt x="3242424" y="2501900"/>
                </a:lnTo>
                <a:lnTo>
                  <a:pt x="3242297" y="2667000"/>
                </a:lnTo>
                <a:lnTo>
                  <a:pt x="3242284" y="2692400"/>
                </a:lnTo>
                <a:lnTo>
                  <a:pt x="3084080" y="2692400"/>
                </a:lnTo>
                <a:lnTo>
                  <a:pt x="3091624" y="2667000"/>
                </a:lnTo>
                <a:lnTo>
                  <a:pt x="3093643" y="2641600"/>
                </a:lnTo>
                <a:lnTo>
                  <a:pt x="3090875" y="2603500"/>
                </a:lnTo>
                <a:lnTo>
                  <a:pt x="3084080" y="2578100"/>
                </a:lnTo>
                <a:lnTo>
                  <a:pt x="3069653" y="2528824"/>
                </a:lnTo>
                <a:lnTo>
                  <a:pt x="3069653" y="2641600"/>
                </a:lnTo>
                <a:lnTo>
                  <a:pt x="3068129" y="2654300"/>
                </a:lnTo>
                <a:lnTo>
                  <a:pt x="3063405" y="2679700"/>
                </a:lnTo>
                <a:lnTo>
                  <a:pt x="3054299" y="2692400"/>
                </a:lnTo>
                <a:lnTo>
                  <a:pt x="2196287" y="2692400"/>
                </a:lnTo>
                <a:lnTo>
                  <a:pt x="2184209" y="2641600"/>
                </a:lnTo>
                <a:lnTo>
                  <a:pt x="2171649" y="2590800"/>
                </a:lnTo>
                <a:lnTo>
                  <a:pt x="2169134" y="2583243"/>
                </a:lnTo>
                <a:lnTo>
                  <a:pt x="2169134" y="2692400"/>
                </a:lnTo>
                <a:lnTo>
                  <a:pt x="2128050" y="2679700"/>
                </a:lnTo>
                <a:lnTo>
                  <a:pt x="2046681" y="2679700"/>
                </a:lnTo>
                <a:lnTo>
                  <a:pt x="2005685" y="2667000"/>
                </a:lnTo>
                <a:lnTo>
                  <a:pt x="1986508" y="2667000"/>
                </a:lnTo>
                <a:lnTo>
                  <a:pt x="1967420" y="2679700"/>
                </a:lnTo>
                <a:lnTo>
                  <a:pt x="1929904" y="2679700"/>
                </a:lnTo>
                <a:lnTo>
                  <a:pt x="1907095" y="2692400"/>
                </a:lnTo>
                <a:lnTo>
                  <a:pt x="1837080" y="2692400"/>
                </a:lnTo>
                <a:lnTo>
                  <a:pt x="1854631" y="2667000"/>
                </a:lnTo>
                <a:lnTo>
                  <a:pt x="1876120" y="2654300"/>
                </a:lnTo>
                <a:lnTo>
                  <a:pt x="1899881" y="2641600"/>
                </a:lnTo>
                <a:lnTo>
                  <a:pt x="1941931" y="2641600"/>
                </a:lnTo>
                <a:lnTo>
                  <a:pt x="1950427" y="2628900"/>
                </a:lnTo>
                <a:lnTo>
                  <a:pt x="1957743" y="2628900"/>
                </a:lnTo>
                <a:lnTo>
                  <a:pt x="1959140" y="2616200"/>
                </a:lnTo>
                <a:lnTo>
                  <a:pt x="1955393" y="2616200"/>
                </a:lnTo>
                <a:lnTo>
                  <a:pt x="1948548" y="2603500"/>
                </a:lnTo>
                <a:lnTo>
                  <a:pt x="1940661" y="2603500"/>
                </a:lnTo>
                <a:lnTo>
                  <a:pt x="1916811" y="2616200"/>
                </a:lnTo>
                <a:lnTo>
                  <a:pt x="1893430" y="2628900"/>
                </a:lnTo>
                <a:lnTo>
                  <a:pt x="1870786" y="2628900"/>
                </a:lnTo>
                <a:lnTo>
                  <a:pt x="1849132" y="2641600"/>
                </a:lnTo>
                <a:lnTo>
                  <a:pt x="1818601" y="2667000"/>
                </a:lnTo>
                <a:lnTo>
                  <a:pt x="1802980" y="2679700"/>
                </a:lnTo>
                <a:lnTo>
                  <a:pt x="1786661" y="2679700"/>
                </a:lnTo>
                <a:lnTo>
                  <a:pt x="1776615" y="2692400"/>
                </a:lnTo>
                <a:lnTo>
                  <a:pt x="1745322" y="2692400"/>
                </a:lnTo>
                <a:lnTo>
                  <a:pt x="1761972" y="2667000"/>
                </a:lnTo>
                <a:lnTo>
                  <a:pt x="1779638" y="2654300"/>
                </a:lnTo>
                <a:lnTo>
                  <a:pt x="1798637" y="2641600"/>
                </a:lnTo>
                <a:lnTo>
                  <a:pt x="1819300" y="2628900"/>
                </a:lnTo>
                <a:lnTo>
                  <a:pt x="1848370" y="2603500"/>
                </a:lnTo>
                <a:lnTo>
                  <a:pt x="1878672" y="2603500"/>
                </a:lnTo>
                <a:lnTo>
                  <a:pt x="1909889" y="2590800"/>
                </a:lnTo>
                <a:lnTo>
                  <a:pt x="1941690" y="2590800"/>
                </a:lnTo>
                <a:lnTo>
                  <a:pt x="1949856" y="2578100"/>
                </a:lnTo>
                <a:lnTo>
                  <a:pt x="1953463" y="2578100"/>
                </a:lnTo>
                <a:lnTo>
                  <a:pt x="1952091" y="2565400"/>
                </a:lnTo>
                <a:lnTo>
                  <a:pt x="1911134" y="2565400"/>
                </a:lnTo>
                <a:lnTo>
                  <a:pt x="1837524" y="2590800"/>
                </a:lnTo>
                <a:lnTo>
                  <a:pt x="1803133" y="2603500"/>
                </a:lnTo>
                <a:lnTo>
                  <a:pt x="1771484" y="2628900"/>
                </a:lnTo>
                <a:lnTo>
                  <a:pt x="1761642" y="2628900"/>
                </a:lnTo>
                <a:lnTo>
                  <a:pt x="1751850" y="2641600"/>
                </a:lnTo>
                <a:lnTo>
                  <a:pt x="1741601" y="2654300"/>
                </a:lnTo>
                <a:lnTo>
                  <a:pt x="1730362" y="2654300"/>
                </a:lnTo>
                <a:lnTo>
                  <a:pt x="1752561" y="2628900"/>
                </a:lnTo>
                <a:lnTo>
                  <a:pt x="1780667" y="2590800"/>
                </a:lnTo>
                <a:lnTo>
                  <a:pt x="1812912" y="2578100"/>
                </a:lnTo>
                <a:lnTo>
                  <a:pt x="1847519" y="2565400"/>
                </a:lnTo>
                <a:lnTo>
                  <a:pt x="1891157" y="2540000"/>
                </a:lnTo>
                <a:lnTo>
                  <a:pt x="1935975" y="2527300"/>
                </a:lnTo>
                <a:lnTo>
                  <a:pt x="1981631" y="2527300"/>
                </a:lnTo>
                <a:lnTo>
                  <a:pt x="2027834" y="2514600"/>
                </a:lnTo>
                <a:lnTo>
                  <a:pt x="2128215" y="2514600"/>
                </a:lnTo>
                <a:lnTo>
                  <a:pt x="2127377" y="2527300"/>
                </a:lnTo>
                <a:lnTo>
                  <a:pt x="2129701" y="2527300"/>
                </a:lnTo>
                <a:lnTo>
                  <a:pt x="2139645" y="2565400"/>
                </a:lnTo>
                <a:lnTo>
                  <a:pt x="2149614" y="2603500"/>
                </a:lnTo>
                <a:lnTo>
                  <a:pt x="2159495" y="2641600"/>
                </a:lnTo>
                <a:lnTo>
                  <a:pt x="2169134" y="2692400"/>
                </a:lnTo>
                <a:lnTo>
                  <a:pt x="2169134" y="2583243"/>
                </a:lnTo>
                <a:lnTo>
                  <a:pt x="2158974" y="2552700"/>
                </a:lnTo>
                <a:lnTo>
                  <a:pt x="2146592" y="2501900"/>
                </a:lnTo>
                <a:lnTo>
                  <a:pt x="2294356" y="2463800"/>
                </a:lnTo>
                <a:lnTo>
                  <a:pt x="2343696" y="2463800"/>
                </a:lnTo>
                <a:lnTo>
                  <a:pt x="2442451" y="2438400"/>
                </a:lnTo>
                <a:lnTo>
                  <a:pt x="2491854" y="2438400"/>
                </a:lnTo>
                <a:lnTo>
                  <a:pt x="2640088" y="2413000"/>
                </a:lnTo>
                <a:lnTo>
                  <a:pt x="2689491" y="2400300"/>
                </a:lnTo>
                <a:lnTo>
                  <a:pt x="2738869" y="2400300"/>
                </a:lnTo>
                <a:lnTo>
                  <a:pt x="2747035" y="2387600"/>
                </a:lnTo>
                <a:lnTo>
                  <a:pt x="2748356" y="2374900"/>
                </a:lnTo>
                <a:lnTo>
                  <a:pt x="2696083" y="2374900"/>
                </a:lnTo>
                <a:lnTo>
                  <a:pt x="2657589" y="2387600"/>
                </a:lnTo>
                <a:lnTo>
                  <a:pt x="2619133" y="2387600"/>
                </a:lnTo>
                <a:lnTo>
                  <a:pt x="2580678" y="2400300"/>
                </a:lnTo>
                <a:lnTo>
                  <a:pt x="2616746" y="2362200"/>
                </a:lnTo>
                <a:lnTo>
                  <a:pt x="2653754" y="2324100"/>
                </a:lnTo>
                <a:lnTo>
                  <a:pt x="2691561" y="2298700"/>
                </a:lnTo>
                <a:lnTo>
                  <a:pt x="2730055" y="2260600"/>
                </a:lnTo>
                <a:lnTo>
                  <a:pt x="2769108" y="2235200"/>
                </a:lnTo>
                <a:lnTo>
                  <a:pt x="2798813" y="2209800"/>
                </a:lnTo>
                <a:lnTo>
                  <a:pt x="2828899" y="2184400"/>
                </a:lnTo>
                <a:lnTo>
                  <a:pt x="2859633" y="2159000"/>
                </a:lnTo>
                <a:lnTo>
                  <a:pt x="2891269" y="2146300"/>
                </a:lnTo>
                <a:lnTo>
                  <a:pt x="2914764" y="2184400"/>
                </a:lnTo>
                <a:lnTo>
                  <a:pt x="2936849" y="2235200"/>
                </a:lnTo>
                <a:lnTo>
                  <a:pt x="2957588" y="2286000"/>
                </a:lnTo>
                <a:lnTo>
                  <a:pt x="2977032" y="2324100"/>
                </a:lnTo>
                <a:lnTo>
                  <a:pt x="2995257" y="2374900"/>
                </a:lnTo>
                <a:lnTo>
                  <a:pt x="3012313" y="2425700"/>
                </a:lnTo>
                <a:lnTo>
                  <a:pt x="3028277" y="2476500"/>
                </a:lnTo>
                <a:lnTo>
                  <a:pt x="3043199" y="2527300"/>
                </a:lnTo>
                <a:lnTo>
                  <a:pt x="3050286" y="2552700"/>
                </a:lnTo>
                <a:lnTo>
                  <a:pt x="3057804" y="2578100"/>
                </a:lnTo>
                <a:lnTo>
                  <a:pt x="3064522" y="2603500"/>
                </a:lnTo>
                <a:lnTo>
                  <a:pt x="3069171" y="2616200"/>
                </a:lnTo>
                <a:lnTo>
                  <a:pt x="3069653" y="2641600"/>
                </a:lnTo>
                <a:lnTo>
                  <a:pt x="3069653" y="2528824"/>
                </a:lnTo>
                <a:lnTo>
                  <a:pt x="3069209" y="2527300"/>
                </a:lnTo>
                <a:lnTo>
                  <a:pt x="3053651" y="2476500"/>
                </a:lnTo>
                <a:lnTo>
                  <a:pt x="3037179" y="2425700"/>
                </a:lnTo>
                <a:lnTo>
                  <a:pt x="3019564" y="2374900"/>
                </a:lnTo>
                <a:lnTo>
                  <a:pt x="3000565" y="2324100"/>
                </a:lnTo>
                <a:lnTo>
                  <a:pt x="2981845" y="2273300"/>
                </a:lnTo>
                <a:lnTo>
                  <a:pt x="2961970" y="2235200"/>
                </a:lnTo>
                <a:lnTo>
                  <a:pt x="2940951" y="2184400"/>
                </a:lnTo>
                <a:lnTo>
                  <a:pt x="2918815" y="2146300"/>
                </a:lnTo>
                <a:lnTo>
                  <a:pt x="2895574" y="2095500"/>
                </a:lnTo>
                <a:lnTo>
                  <a:pt x="2885541" y="2080501"/>
                </a:lnTo>
                <a:lnTo>
                  <a:pt x="2885541" y="2133600"/>
                </a:lnTo>
                <a:lnTo>
                  <a:pt x="2842844" y="2159000"/>
                </a:lnTo>
                <a:lnTo>
                  <a:pt x="2801429" y="2184400"/>
                </a:lnTo>
                <a:lnTo>
                  <a:pt x="2761056" y="2222500"/>
                </a:lnTo>
                <a:lnTo>
                  <a:pt x="2721470" y="2247900"/>
                </a:lnTo>
                <a:lnTo>
                  <a:pt x="2682430" y="2286000"/>
                </a:lnTo>
                <a:lnTo>
                  <a:pt x="2620670" y="2336800"/>
                </a:lnTo>
                <a:lnTo>
                  <a:pt x="2590431" y="2362200"/>
                </a:lnTo>
                <a:lnTo>
                  <a:pt x="2560764" y="2400300"/>
                </a:lnTo>
                <a:lnTo>
                  <a:pt x="2522740" y="2400300"/>
                </a:lnTo>
                <a:lnTo>
                  <a:pt x="2501798" y="2413000"/>
                </a:lnTo>
                <a:lnTo>
                  <a:pt x="2459774" y="2413000"/>
                </a:lnTo>
                <a:lnTo>
                  <a:pt x="2452674" y="2362200"/>
                </a:lnTo>
                <a:lnTo>
                  <a:pt x="2438527" y="2260600"/>
                </a:lnTo>
                <a:lnTo>
                  <a:pt x="2410358" y="2057400"/>
                </a:lnTo>
                <a:lnTo>
                  <a:pt x="2406294" y="2057400"/>
                </a:lnTo>
                <a:lnTo>
                  <a:pt x="2397531" y="2044700"/>
                </a:lnTo>
                <a:lnTo>
                  <a:pt x="2388959" y="2057400"/>
                </a:lnTo>
                <a:lnTo>
                  <a:pt x="2385530" y="2057400"/>
                </a:lnTo>
                <a:lnTo>
                  <a:pt x="2392565" y="2108200"/>
                </a:lnTo>
                <a:lnTo>
                  <a:pt x="2399677" y="2159000"/>
                </a:lnTo>
                <a:lnTo>
                  <a:pt x="2421153" y="2324100"/>
                </a:lnTo>
                <a:lnTo>
                  <a:pt x="2428240" y="2374900"/>
                </a:lnTo>
                <a:lnTo>
                  <a:pt x="2435263" y="2425700"/>
                </a:lnTo>
                <a:lnTo>
                  <a:pt x="2369185" y="2425700"/>
                </a:lnTo>
                <a:lnTo>
                  <a:pt x="2347163" y="2438400"/>
                </a:lnTo>
                <a:lnTo>
                  <a:pt x="2347074" y="2425700"/>
                </a:lnTo>
                <a:lnTo>
                  <a:pt x="2346985" y="2413000"/>
                </a:lnTo>
                <a:lnTo>
                  <a:pt x="2346909" y="2400300"/>
                </a:lnTo>
                <a:lnTo>
                  <a:pt x="2346820" y="2387600"/>
                </a:lnTo>
                <a:lnTo>
                  <a:pt x="2346731" y="2311400"/>
                </a:lnTo>
                <a:lnTo>
                  <a:pt x="2346604" y="2197100"/>
                </a:lnTo>
                <a:lnTo>
                  <a:pt x="2346490" y="2184400"/>
                </a:lnTo>
                <a:lnTo>
                  <a:pt x="2346363" y="2171700"/>
                </a:lnTo>
                <a:lnTo>
                  <a:pt x="2346248" y="2159000"/>
                </a:lnTo>
                <a:lnTo>
                  <a:pt x="2322220" y="2159000"/>
                </a:lnTo>
                <a:lnTo>
                  <a:pt x="2322220" y="2438400"/>
                </a:lnTo>
                <a:lnTo>
                  <a:pt x="2219617" y="2463800"/>
                </a:lnTo>
                <a:lnTo>
                  <a:pt x="2168487" y="2463800"/>
                </a:lnTo>
                <a:lnTo>
                  <a:pt x="2117534" y="2476500"/>
                </a:lnTo>
                <a:lnTo>
                  <a:pt x="2117915" y="2489200"/>
                </a:lnTo>
                <a:lnTo>
                  <a:pt x="2052205" y="2489200"/>
                </a:lnTo>
                <a:lnTo>
                  <a:pt x="2018982" y="2501900"/>
                </a:lnTo>
                <a:lnTo>
                  <a:pt x="1985848" y="2501900"/>
                </a:lnTo>
                <a:lnTo>
                  <a:pt x="1985733" y="2184400"/>
                </a:lnTo>
                <a:lnTo>
                  <a:pt x="2321991" y="2184400"/>
                </a:lnTo>
                <a:lnTo>
                  <a:pt x="2322118" y="2209800"/>
                </a:lnTo>
                <a:lnTo>
                  <a:pt x="2322220" y="2438400"/>
                </a:lnTo>
                <a:lnTo>
                  <a:pt x="2322220" y="2159000"/>
                </a:lnTo>
                <a:lnTo>
                  <a:pt x="1960905" y="2159000"/>
                </a:lnTo>
                <a:lnTo>
                  <a:pt x="1960829" y="2501900"/>
                </a:lnTo>
                <a:lnTo>
                  <a:pt x="1928495" y="2514600"/>
                </a:lnTo>
                <a:lnTo>
                  <a:pt x="1896364" y="2514600"/>
                </a:lnTo>
                <a:lnTo>
                  <a:pt x="1864741" y="2527300"/>
                </a:lnTo>
                <a:lnTo>
                  <a:pt x="1833905" y="2540000"/>
                </a:lnTo>
                <a:lnTo>
                  <a:pt x="1800733" y="2552700"/>
                </a:lnTo>
                <a:lnTo>
                  <a:pt x="1769770" y="2578100"/>
                </a:lnTo>
                <a:lnTo>
                  <a:pt x="1741766" y="2603500"/>
                </a:lnTo>
                <a:lnTo>
                  <a:pt x="1717471" y="2628900"/>
                </a:lnTo>
                <a:lnTo>
                  <a:pt x="1717548" y="2616200"/>
                </a:lnTo>
                <a:lnTo>
                  <a:pt x="1717624" y="2603500"/>
                </a:lnTo>
                <a:lnTo>
                  <a:pt x="1717700" y="2590800"/>
                </a:lnTo>
                <a:lnTo>
                  <a:pt x="1717802" y="2565400"/>
                </a:lnTo>
                <a:lnTo>
                  <a:pt x="1717916" y="2184400"/>
                </a:lnTo>
                <a:lnTo>
                  <a:pt x="1717979" y="2171700"/>
                </a:lnTo>
                <a:lnTo>
                  <a:pt x="1718056" y="2159000"/>
                </a:lnTo>
                <a:lnTo>
                  <a:pt x="1718119" y="2146300"/>
                </a:lnTo>
                <a:lnTo>
                  <a:pt x="1718246" y="2133600"/>
                </a:lnTo>
                <a:lnTo>
                  <a:pt x="1718627" y="2095500"/>
                </a:lnTo>
                <a:lnTo>
                  <a:pt x="1720773" y="2082800"/>
                </a:lnTo>
                <a:lnTo>
                  <a:pt x="1726717" y="2082800"/>
                </a:lnTo>
                <a:lnTo>
                  <a:pt x="1734400" y="2070100"/>
                </a:lnTo>
                <a:lnTo>
                  <a:pt x="1741766" y="2070100"/>
                </a:lnTo>
                <a:lnTo>
                  <a:pt x="1805051" y="2032000"/>
                </a:lnTo>
                <a:lnTo>
                  <a:pt x="1953501" y="1943100"/>
                </a:lnTo>
                <a:lnTo>
                  <a:pt x="2038591" y="1905000"/>
                </a:lnTo>
                <a:lnTo>
                  <a:pt x="2046643" y="1892300"/>
                </a:lnTo>
                <a:lnTo>
                  <a:pt x="2062657" y="1892300"/>
                </a:lnTo>
                <a:lnTo>
                  <a:pt x="2069515" y="1879600"/>
                </a:lnTo>
                <a:lnTo>
                  <a:pt x="2069947" y="1879600"/>
                </a:lnTo>
                <a:lnTo>
                  <a:pt x="2064410" y="1866900"/>
                </a:lnTo>
                <a:lnTo>
                  <a:pt x="2060600" y="1866900"/>
                </a:lnTo>
                <a:lnTo>
                  <a:pt x="2044941" y="1854200"/>
                </a:lnTo>
                <a:lnTo>
                  <a:pt x="2029421" y="1828800"/>
                </a:lnTo>
                <a:lnTo>
                  <a:pt x="1998624" y="1803400"/>
                </a:lnTo>
                <a:lnTo>
                  <a:pt x="2097786" y="1752600"/>
                </a:lnTo>
                <a:lnTo>
                  <a:pt x="2147773" y="1739900"/>
                </a:lnTo>
                <a:lnTo>
                  <a:pt x="2198001" y="1714500"/>
                </a:lnTo>
                <a:lnTo>
                  <a:pt x="2201100" y="1663700"/>
                </a:lnTo>
                <a:lnTo>
                  <a:pt x="2204224" y="1612900"/>
                </a:lnTo>
                <a:lnTo>
                  <a:pt x="2206726" y="1574800"/>
                </a:lnTo>
                <a:lnTo>
                  <a:pt x="2207945" y="1524000"/>
                </a:lnTo>
                <a:lnTo>
                  <a:pt x="2207222" y="1473200"/>
                </a:lnTo>
                <a:lnTo>
                  <a:pt x="2203920" y="1435100"/>
                </a:lnTo>
                <a:lnTo>
                  <a:pt x="2253081" y="1447800"/>
                </a:lnTo>
                <a:lnTo>
                  <a:pt x="2397226" y="1524000"/>
                </a:lnTo>
                <a:lnTo>
                  <a:pt x="2444064" y="1549400"/>
                </a:lnTo>
                <a:lnTo>
                  <a:pt x="2469286" y="1574800"/>
                </a:lnTo>
                <a:lnTo>
                  <a:pt x="2493899" y="1587500"/>
                </a:lnTo>
                <a:lnTo>
                  <a:pt x="2517902" y="1600200"/>
                </a:lnTo>
                <a:lnTo>
                  <a:pt x="2541282" y="1625600"/>
                </a:lnTo>
                <a:lnTo>
                  <a:pt x="2526550" y="1625600"/>
                </a:lnTo>
                <a:lnTo>
                  <a:pt x="2513203" y="1638300"/>
                </a:lnTo>
                <a:lnTo>
                  <a:pt x="2501087" y="1638300"/>
                </a:lnTo>
                <a:lnTo>
                  <a:pt x="2490025" y="1651000"/>
                </a:lnTo>
                <a:lnTo>
                  <a:pt x="2492171" y="1651000"/>
                </a:lnTo>
                <a:lnTo>
                  <a:pt x="2495969" y="1663700"/>
                </a:lnTo>
                <a:lnTo>
                  <a:pt x="2505011" y="1663700"/>
                </a:lnTo>
                <a:lnTo>
                  <a:pt x="2517419" y="1651000"/>
                </a:lnTo>
                <a:lnTo>
                  <a:pt x="2533789" y="1638300"/>
                </a:lnTo>
                <a:lnTo>
                  <a:pt x="2550896" y="1638300"/>
                </a:lnTo>
                <a:lnTo>
                  <a:pt x="2565539" y="1651000"/>
                </a:lnTo>
                <a:lnTo>
                  <a:pt x="2591485" y="1676400"/>
                </a:lnTo>
                <a:lnTo>
                  <a:pt x="2615831" y="1701800"/>
                </a:lnTo>
                <a:lnTo>
                  <a:pt x="2639187" y="1739900"/>
                </a:lnTo>
                <a:lnTo>
                  <a:pt x="2662136" y="1765300"/>
                </a:lnTo>
                <a:lnTo>
                  <a:pt x="2691587" y="1816100"/>
                </a:lnTo>
                <a:lnTo>
                  <a:pt x="2720289" y="1854200"/>
                </a:lnTo>
                <a:lnTo>
                  <a:pt x="2748229" y="1892300"/>
                </a:lnTo>
                <a:lnTo>
                  <a:pt x="2775394" y="1943100"/>
                </a:lnTo>
                <a:lnTo>
                  <a:pt x="2801797" y="1981200"/>
                </a:lnTo>
                <a:lnTo>
                  <a:pt x="2827426" y="2032000"/>
                </a:lnTo>
                <a:lnTo>
                  <a:pt x="2842069" y="2057400"/>
                </a:lnTo>
                <a:lnTo>
                  <a:pt x="2870962" y="2108200"/>
                </a:lnTo>
                <a:lnTo>
                  <a:pt x="2885541" y="2133600"/>
                </a:lnTo>
                <a:lnTo>
                  <a:pt x="2885541" y="2080501"/>
                </a:lnTo>
                <a:lnTo>
                  <a:pt x="2870098" y="2057400"/>
                </a:lnTo>
                <a:lnTo>
                  <a:pt x="2844000" y="2006600"/>
                </a:lnTo>
                <a:lnTo>
                  <a:pt x="2817228" y="1955800"/>
                </a:lnTo>
                <a:lnTo>
                  <a:pt x="2789694" y="1917700"/>
                </a:lnTo>
                <a:lnTo>
                  <a:pt x="2761361" y="1866900"/>
                </a:lnTo>
                <a:lnTo>
                  <a:pt x="2732138" y="1828800"/>
                </a:lnTo>
                <a:lnTo>
                  <a:pt x="2701988" y="1778000"/>
                </a:lnTo>
                <a:lnTo>
                  <a:pt x="2673477" y="1739900"/>
                </a:lnTo>
                <a:lnTo>
                  <a:pt x="2644381" y="1701800"/>
                </a:lnTo>
                <a:lnTo>
                  <a:pt x="2613837" y="1663700"/>
                </a:lnTo>
                <a:lnTo>
                  <a:pt x="2581021" y="1625600"/>
                </a:lnTo>
                <a:lnTo>
                  <a:pt x="2525661" y="1574800"/>
                </a:lnTo>
                <a:lnTo>
                  <a:pt x="2495664" y="1562100"/>
                </a:lnTo>
                <a:lnTo>
                  <a:pt x="2464511" y="1536700"/>
                </a:lnTo>
                <a:lnTo>
                  <a:pt x="2422334" y="1511300"/>
                </a:lnTo>
                <a:lnTo>
                  <a:pt x="2336342" y="1460500"/>
                </a:lnTo>
                <a:lnTo>
                  <a:pt x="2292566" y="1447800"/>
                </a:lnTo>
                <a:lnTo>
                  <a:pt x="2270455" y="1435100"/>
                </a:lnTo>
                <a:lnTo>
                  <a:pt x="2203653" y="1397000"/>
                </a:lnTo>
                <a:lnTo>
                  <a:pt x="2197811" y="1397000"/>
                </a:lnTo>
                <a:lnTo>
                  <a:pt x="2195753" y="1384300"/>
                </a:lnTo>
                <a:lnTo>
                  <a:pt x="2191715" y="1371600"/>
                </a:lnTo>
                <a:lnTo>
                  <a:pt x="2186368" y="1358900"/>
                </a:lnTo>
                <a:lnTo>
                  <a:pt x="2183384" y="1353058"/>
                </a:lnTo>
                <a:lnTo>
                  <a:pt x="2183384" y="1511300"/>
                </a:lnTo>
                <a:lnTo>
                  <a:pt x="2182888" y="1549400"/>
                </a:lnTo>
                <a:lnTo>
                  <a:pt x="2180780" y="1600200"/>
                </a:lnTo>
                <a:lnTo>
                  <a:pt x="2177631" y="1651000"/>
                </a:lnTo>
                <a:lnTo>
                  <a:pt x="2174062" y="1701800"/>
                </a:lnTo>
                <a:lnTo>
                  <a:pt x="2130539" y="1714500"/>
                </a:lnTo>
                <a:lnTo>
                  <a:pt x="2087092" y="1739900"/>
                </a:lnTo>
                <a:lnTo>
                  <a:pt x="2043696" y="1752600"/>
                </a:lnTo>
                <a:lnTo>
                  <a:pt x="2000338" y="1778000"/>
                </a:lnTo>
                <a:lnTo>
                  <a:pt x="1957019" y="1790700"/>
                </a:lnTo>
                <a:lnTo>
                  <a:pt x="1975561" y="1816100"/>
                </a:lnTo>
                <a:lnTo>
                  <a:pt x="1995093" y="1841500"/>
                </a:lnTo>
                <a:lnTo>
                  <a:pt x="2014715" y="1854200"/>
                </a:lnTo>
                <a:lnTo>
                  <a:pt x="2033562" y="1879600"/>
                </a:lnTo>
                <a:lnTo>
                  <a:pt x="1746237" y="2032000"/>
                </a:lnTo>
                <a:lnTo>
                  <a:pt x="1816874" y="1917700"/>
                </a:lnTo>
                <a:lnTo>
                  <a:pt x="1840699" y="1866900"/>
                </a:lnTo>
                <a:lnTo>
                  <a:pt x="1864995" y="1828800"/>
                </a:lnTo>
                <a:lnTo>
                  <a:pt x="1891487" y="1778000"/>
                </a:lnTo>
                <a:lnTo>
                  <a:pt x="1918144" y="1739900"/>
                </a:lnTo>
                <a:lnTo>
                  <a:pt x="1944497" y="1689100"/>
                </a:lnTo>
                <a:lnTo>
                  <a:pt x="1970151" y="1651000"/>
                </a:lnTo>
                <a:lnTo>
                  <a:pt x="1994649" y="1600200"/>
                </a:lnTo>
                <a:lnTo>
                  <a:pt x="2017572" y="1549400"/>
                </a:lnTo>
                <a:lnTo>
                  <a:pt x="2038477" y="1511300"/>
                </a:lnTo>
                <a:lnTo>
                  <a:pt x="2048471" y="1473200"/>
                </a:lnTo>
                <a:lnTo>
                  <a:pt x="2057158" y="1447800"/>
                </a:lnTo>
                <a:lnTo>
                  <a:pt x="2060625" y="1435100"/>
                </a:lnTo>
                <a:lnTo>
                  <a:pt x="2064092" y="1422400"/>
                </a:lnTo>
                <a:lnTo>
                  <a:pt x="2068830" y="1397000"/>
                </a:lnTo>
                <a:lnTo>
                  <a:pt x="2071230" y="1371600"/>
                </a:lnTo>
                <a:lnTo>
                  <a:pt x="2072259" y="1346200"/>
                </a:lnTo>
                <a:lnTo>
                  <a:pt x="2072322" y="1333500"/>
                </a:lnTo>
                <a:lnTo>
                  <a:pt x="2072398" y="1320800"/>
                </a:lnTo>
                <a:lnTo>
                  <a:pt x="2072500" y="1282700"/>
                </a:lnTo>
                <a:lnTo>
                  <a:pt x="2094014" y="1295400"/>
                </a:lnTo>
                <a:lnTo>
                  <a:pt x="2114346" y="1308100"/>
                </a:lnTo>
                <a:lnTo>
                  <a:pt x="2163368" y="1371600"/>
                </a:lnTo>
                <a:lnTo>
                  <a:pt x="2178443" y="1422400"/>
                </a:lnTo>
                <a:lnTo>
                  <a:pt x="2181644" y="1460500"/>
                </a:lnTo>
                <a:lnTo>
                  <a:pt x="2183384" y="1511300"/>
                </a:lnTo>
                <a:lnTo>
                  <a:pt x="2183384" y="1353058"/>
                </a:lnTo>
                <a:lnTo>
                  <a:pt x="2179891" y="1346200"/>
                </a:lnTo>
                <a:lnTo>
                  <a:pt x="2172411" y="1333500"/>
                </a:lnTo>
                <a:lnTo>
                  <a:pt x="2375738" y="1333500"/>
                </a:lnTo>
                <a:lnTo>
                  <a:pt x="2406129" y="1320800"/>
                </a:lnTo>
                <a:lnTo>
                  <a:pt x="2436190" y="1320800"/>
                </a:lnTo>
                <a:lnTo>
                  <a:pt x="2465540" y="1308100"/>
                </a:lnTo>
                <a:lnTo>
                  <a:pt x="2509482" y="1295400"/>
                </a:lnTo>
                <a:lnTo>
                  <a:pt x="2547035" y="1257300"/>
                </a:lnTo>
                <a:lnTo>
                  <a:pt x="2576766" y="1219200"/>
                </a:lnTo>
                <a:lnTo>
                  <a:pt x="2597213" y="1168400"/>
                </a:lnTo>
                <a:lnTo>
                  <a:pt x="2606954" y="1117600"/>
                </a:lnTo>
                <a:lnTo>
                  <a:pt x="2604554" y="1079500"/>
                </a:lnTo>
                <a:lnTo>
                  <a:pt x="2591765" y="1028700"/>
                </a:lnTo>
                <a:lnTo>
                  <a:pt x="2570823" y="990600"/>
                </a:lnTo>
                <a:lnTo>
                  <a:pt x="2544356" y="939800"/>
                </a:lnTo>
                <a:lnTo>
                  <a:pt x="2514968" y="914400"/>
                </a:lnTo>
                <a:lnTo>
                  <a:pt x="2481389" y="863600"/>
                </a:lnTo>
                <a:lnTo>
                  <a:pt x="2447556" y="825500"/>
                </a:lnTo>
                <a:lnTo>
                  <a:pt x="2415781" y="787400"/>
                </a:lnTo>
                <a:lnTo>
                  <a:pt x="2388387" y="736600"/>
                </a:lnTo>
                <a:lnTo>
                  <a:pt x="2367648" y="698500"/>
                </a:lnTo>
                <a:lnTo>
                  <a:pt x="2350465" y="660400"/>
                </a:lnTo>
                <a:lnTo>
                  <a:pt x="2336266" y="609600"/>
                </a:lnTo>
                <a:lnTo>
                  <a:pt x="2324455" y="571500"/>
                </a:lnTo>
                <a:lnTo>
                  <a:pt x="2314410" y="520700"/>
                </a:lnTo>
                <a:lnTo>
                  <a:pt x="2312200" y="508000"/>
                </a:lnTo>
                <a:lnTo>
                  <a:pt x="2305558" y="469900"/>
                </a:lnTo>
                <a:lnTo>
                  <a:pt x="2314473" y="469900"/>
                </a:lnTo>
                <a:lnTo>
                  <a:pt x="2321204" y="457200"/>
                </a:lnTo>
                <a:lnTo>
                  <a:pt x="2326576" y="457200"/>
                </a:lnTo>
                <a:lnTo>
                  <a:pt x="2331453" y="444500"/>
                </a:lnTo>
                <a:lnTo>
                  <a:pt x="2336063" y="431800"/>
                </a:lnTo>
                <a:lnTo>
                  <a:pt x="2340724" y="419100"/>
                </a:lnTo>
                <a:lnTo>
                  <a:pt x="2344978" y="419100"/>
                </a:lnTo>
                <a:lnTo>
                  <a:pt x="2348420" y="406400"/>
                </a:lnTo>
                <a:lnTo>
                  <a:pt x="2333866" y="368300"/>
                </a:lnTo>
                <a:lnTo>
                  <a:pt x="2312784" y="330200"/>
                </a:lnTo>
                <a:lnTo>
                  <a:pt x="2296477" y="317500"/>
                </a:lnTo>
                <a:lnTo>
                  <a:pt x="2278850" y="292100"/>
                </a:lnTo>
                <a:lnTo>
                  <a:pt x="2260358" y="279400"/>
                </a:lnTo>
                <a:lnTo>
                  <a:pt x="2321102" y="279400"/>
                </a:lnTo>
                <a:lnTo>
                  <a:pt x="2340483" y="292100"/>
                </a:lnTo>
                <a:lnTo>
                  <a:pt x="2362162" y="304800"/>
                </a:lnTo>
                <a:lnTo>
                  <a:pt x="2380831" y="317500"/>
                </a:lnTo>
                <a:lnTo>
                  <a:pt x="2395055" y="342900"/>
                </a:lnTo>
                <a:lnTo>
                  <a:pt x="2403411" y="355600"/>
                </a:lnTo>
                <a:lnTo>
                  <a:pt x="2404783" y="368300"/>
                </a:lnTo>
                <a:lnTo>
                  <a:pt x="2404656" y="381000"/>
                </a:lnTo>
                <a:lnTo>
                  <a:pt x="2403894" y="393700"/>
                </a:lnTo>
                <a:lnTo>
                  <a:pt x="2403373" y="406400"/>
                </a:lnTo>
                <a:lnTo>
                  <a:pt x="2410891" y="393700"/>
                </a:lnTo>
                <a:lnTo>
                  <a:pt x="2414333" y="393700"/>
                </a:lnTo>
                <a:lnTo>
                  <a:pt x="2415146" y="381000"/>
                </a:lnTo>
                <a:lnTo>
                  <a:pt x="2414778" y="368300"/>
                </a:lnTo>
                <a:lnTo>
                  <a:pt x="2410485" y="342900"/>
                </a:lnTo>
                <a:lnTo>
                  <a:pt x="2401049" y="330200"/>
                </a:lnTo>
                <a:lnTo>
                  <a:pt x="2387422" y="304800"/>
                </a:lnTo>
                <a:lnTo>
                  <a:pt x="2370582" y="292100"/>
                </a:lnTo>
                <a:lnTo>
                  <a:pt x="2354656" y="279400"/>
                </a:lnTo>
                <a:lnTo>
                  <a:pt x="2337625" y="279400"/>
                </a:lnTo>
                <a:lnTo>
                  <a:pt x="2319832" y="266700"/>
                </a:lnTo>
                <a:lnTo>
                  <a:pt x="2243315" y="266700"/>
                </a:lnTo>
                <a:lnTo>
                  <a:pt x="2250541" y="254000"/>
                </a:lnTo>
                <a:lnTo>
                  <a:pt x="2271725" y="215900"/>
                </a:lnTo>
                <a:lnTo>
                  <a:pt x="2289987" y="152400"/>
                </a:lnTo>
                <a:lnTo>
                  <a:pt x="2289949" y="114300"/>
                </a:lnTo>
                <a:lnTo>
                  <a:pt x="2282939" y="88900"/>
                </a:lnTo>
                <a:lnTo>
                  <a:pt x="2281009" y="76200"/>
                </a:lnTo>
                <a:lnTo>
                  <a:pt x="2271458" y="76200"/>
                </a:lnTo>
                <a:lnTo>
                  <a:pt x="2271992" y="88900"/>
                </a:lnTo>
                <a:lnTo>
                  <a:pt x="2273960" y="88900"/>
                </a:lnTo>
                <a:lnTo>
                  <a:pt x="2276335" y="101600"/>
                </a:lnTo>
                <a:lnTo>
                  <a:pt x="2278100" y="101600"/>
                </a:lnTo>
                <a:lnTo>
                  <a:pt x="2279878" y="152400"/>
                </a:lnTo>
                <a:lnTo>
                  <a:pt x="2270087" y="190500"/>
                </a:lnTo>
                <a:lnTo>
                  <a:pt x="2250541" y="228600"/>
                </a:lnTo>
                <a:lnTo>
                  <a:pt x="2223058" y="266700"/>
                </a:lnTo>
                <a:lnTo>
                  <a:pt x="2213762" y="255244"/>
                </a:lnTo>
                <a:lnTo>
                  <a:pt x="2213762" y="762000"/>
                </a:lnTo>
                <a:lnTo>
                  <a:pt x="2210435" y="787400"/>
                </a:lnTo>
                <a:lnTo>
                  <a:pt x="2203018" y="800100"/>
                </a:lnTo>
                <a:lnTo>
                  <a:pt x="2191474" y="825500"/>
                </a:lnTo>
                <a:lnTo>
                  <a:pt x="2175497" y="850900"/>
                </a:lnTo>
                <a:lnTo>
                  <a:pt x="2154796" y="863600"/>
                </a:lnTo>
                <a:lnTo>
                  <a:pt x="2129523" y="876300"/>
                </a:lnTo>
                <a:lnTo>
                  <a:pt x="2103120" y="889000"/>
                </a:lnTo>
                <a:lnTo>
                  <a:pt x="2076348" y="889000"/>
                </a:lnTo>
                <a:lnTo>
                  <a:pt x="2049957" y="901700"/>
                </a:lnTo>
                <a:lnTo>
                  <a:pt x="2046490" y="901700"/>
                </a:lnTo>
                <a:lnTo>
                  <a:pt x="2047100" y="914400"/>
                </a:lnTo>
                <a:lnTo>
                  <a:pt x="2046871" y="914400"/>
                </a:lnTo>
                <a:lnTo>
                  <a:pt x="2046986" y="1206500"/>
                </a:lnTo>
                <a:lnTo>
                  <a:pt x="2047113" y="1257300"/>
                </a:lnTo>
                <a:lnTo>
                  <a:pt x="2047214" y="1282700"/>
                </a:lnTo>
                <a:lnTo>
                  <a:pt x="2047328" y="1308100"/>
                </a:lnTo>
                <a:lnTo>
                  <a:pt x="2047405" y="1346200"/>
                </a:lnTo>
                <a:lnTo>
                  <a:pt x="2046897" y="1371600"/>
                </a:lnTo>
                <a:lnTo>
                  <a:pt x="2045462" y="1384300"/>
                </a:lnTo>
                <a:lnTo>
                  <a:pt x="2044509" y="1397000"/>
                </a:lnTo>
                <a:lnTo>
                  <a:pt x="2045081" y="1397000"/>
                </a:lnTo>
                <a:lnTo>
                  <a:pt x="2035276" y="1406448"/>
                </a:lnTo>
                <a:lnTo>
                  <a:pt x="2035276" y="1435100"/>
                </a:lnTo>
                <a:lnTo>
                  <a:pt x="2020328" y="1485900"/>
                </a:lnTo>
                <a:lnTo>
                  <a:pt x="2002688" y="1524000"/>
                </a:lnTo>
                <a:lnTo>
                  <a:pt x="1982825" y="1574800"/>
                </a:lnTo>
                <a:lnTo>
                  <a:pt x="1961210" y="1612900"/>
                </a:lnTo>
                <a:lnTo>
                  <a:pt x="1938324" y="1651000"/>
                </a:lnTo>
                <a:lnTo>
                  <a:pt x="1914613" y="1701800"/>
                </a:lnTo>
                <a:lnTo>
                  <a:pt x="1866671" y="1778000"/>
                </a:lnTo>
                <a:lnTo>
                  <a:pt x="1850923" y="1752663"/>
                </a:lnTo>
                <a:lnTo>
                  <a:pt x="1850923" y="1803400"/>
                </a:lnTo>
                <a:lnTo>
                  <a:pt x="1825383" y="1854200"/>
                </a:lnTo>
                <a:lnTo>
                  <a:pt x="1800047" y="1892300"/>
                </a:lnTo>
                <a:lnTo>
                  <a:pt x="1774875" y="1943100"/>
                </a:lnTo>
                <a:lnTo>
                  <a:pt x="1724952" y="2019300"/>
                </a:lnTo>
                <a:lnTo>
                  <a:pt x="1700123" y="2070100"/>
                </a:lnTo>
                <a:lnTo>
                  <a:pt x="1697647" y="2070100"/>
                </a:lnTo>
                <a:lnTo>
                  <a:pt x="1694408" y="2082800"/>
                </a:lnTo>
                <a:lnTo>
                  <a:pt x="1694180" y="2082800"/>
                </a:lnTo>
                <a:lnTo>
                  <a:pt x="1694053" y="2171700"/>
                </a:lnTo>
                <a:lnTo>
                  <a:pt x="1693926" y="2387600"/>
                </a:lnTo>
                <a:lnTo>
                  <a:pt x="1693824" y="2603500"/>
                </a:lnTo>
                <a:lnTo>
                  <a:pt x="1693722" y="2654300"/>
                </a:lnTo>
                <a:lnTo>
                  <a:pt x="1693519" y="2654300"/>
                </a:lnTo>
                <a:lnTo>
                  <a:pt x="1691576" y="2667000"/>
                </a:lnTo>
                <a:lnTo>
                  <a:pt x="1688490" y="2667000"/>
                </a:lnTo>
                <a:lnTo>
                  <a:pt x="1684909" y="2679700"/>
                </a:lnTo>
                <a:lnTo>
                  <a:pt x="1680184" y="2679700"/>
                </a:lnTo>
                <a:lnTo>
                  <a:pt x="1686737" y="2692400"/>
                </a:lnTo>
                <a:lnTo>
                  <a:pt x="1335227" y="2692400"/>
                </a:lnTo>
                <a:lnTo>
                  <a:pt x="1341424" y="2641600"/>
                </a:lnTo>
                <a:lnTo>
                  <a:pt x="1347317" y="2590800"/>
                </a:lnTo>
                <a:lnTo>
                  <a:pt x="1352943" y="2540000"/>
                </a:lnTo>
                <a:lnTo>
                  <a:pt x="1356995" y="2501900"/>
                </a:lnTo>
                <a:lnTo>
                  <a:pt x="1358353" y="2489200"/>
                </a:lnTo>
                <a:lnTo>
                  <a:pt x="1363586" y="2438400"/>
                </a:lnTo>
                <a:lnTo>
                  <a:pt x="1368691" y="2387600"/>
                </a:lnTo>
                <a:lnTo>
                  <a:pt x="1373708" y="2336800"/>
                </a:lnTo>
                <a:lnTo>
                  <a:pt x="1383652" y="2235200"/>
                </a:lnTo>
                <a:lnTo>
                  <a:pt x="1388656" y="2184400"/>
                </a:lnTo>
                <a:lnTo>
                  <a:pt x="1386039" y="2184400"/>
                </a:lnTo>
                <a:lnTo>
                  <a:pt x="1377505" y="2171700"/>
                </a:lnTo>
                <a:lnTo>
                  <a:pt x="1368437" y="2171700"/>
                </a:lnTo>
                <a:lnTo>
                  <a:pt x="1364208" y="2184400"/>
                </a:lnTo>
                <a:lnTo>
                  <a:pt x="1359154" y="2235200"/>
                </a:lnTo>
                <a:lnTo>
                  <a:pt x="1354010" y="2286000"/>
                </a:lnTo>
                <a:lnTo>
                  <a:pt x="1338453" y="2451100"/>
                </a:lnTo>
                <a:lnTo>
                  <a:pt x="1333322" y="2501900"/>
                </a:lnTo>
                <a:lnTo>
                  <a:pt x="1329944" y="2493645"/>
                </a:lnTo>
                <a:lnTo>
                  <a:pt x="1329944" y="2527300"/>
                </a:lnTo>
                <a:lnTo>
                  <a:pt x="1329740" y="2540000"/>
                </a:lnTo>
                <a:lnTo>
                  <a:pt x="1320558" y="2616200"/>
                </a:lnTo>
                <a:lnTo>
                  <a:pt x="1315707" y="2654300"/>
                </a:lnTo>
                <a:lnTo>
                  <a:pt x="1310322" y="2692400"/>
                </a:lnTo>
                <a:lnTo>
                  <a:pt x="1192288" y="2692400"/>
                </a:lnTo>
                <a:lnTo>
                  <a:pt x="1191831" y="2667000"/>
                </a:lnTo>
                <a:lnTo>
                  <a:pt x="1191895" y="2590800"/>
                </a:lnTo>
                <a:lnTo>
                  <a:pt x="1191564" y="2565400"/>
                </a:lnTo>
                <a:lnTo>
                  <a:pt x="1167536" y="2565400"/>
                </a:lnTo>
                <a:lnTo>
                  <a:pt x="1167536" y="2590800"/>
                </a:lnTo>
                <a:lnTo>
                  <a:pt x="1167409" y="2667000"/>
                </a:lnTo>
                <a:lnTo>
                  <a:pt x="1167320" y="2679700"/>
                </a:lnTo>
                <a:lnTo>
                  <a:pt x="1167231" y="2692400"/>
                </a:lnTo>
                <a:lnTo>
                  <a:pt x="1004468" y="2692400"/>
                </a:lnTo>
                <a:lnTo>
                  <a:pt x="1004392" y="2679700"/>
                </a:lnTo>
                <a:lnTo>
                  <a:pt x="1004277" y="2590800"/>
                </a:lnTo>
                <a:lnTo>
                  <a:pt x="1167536" y="2590800"/>
                </a:lnTo>
                <a:lnTo>
                  <a:pt x="1167536" y="2565400"/>
                </a:lnTo>
                <a:lnTo>
                  <a:pt x="1137031" y="2565400"/>
                </a:lnTo>
                <a:lnTo>
                  <a:pt x="1137348" y="2552700"/>
                </a:lnTo>
                <a:lnTo>
                  <a:pt x="1137412" y="2476500"/>
                </a:lnTo>
                <a:lnTo>
                  <a:pt x="1137424" y="2463800"/>
                </a:lnTo>
                <a:lnTo>
                  <a:pt x="1136332" y="2463800"/>
                </a:lnTo>
                <a:lnTo>
                  <a:pt x="1133449" y="2451100"/>
                </a:lnTo>
                <a:lnTo>
                  <a:pt x="1140561" y="2413000"/>
                </a:lnTo>
                <a:lnTo>
                  <a:pt x="1148207" y="2374900"/>
                </a:lnTo>
                <a:lnTo>
                  <a:pt x="1156385" y="2349500"/>
                </a:lnTo>
                <a:lnTo>
                  <a:pt x="1165059" y="2311400"/>
                </a:lnTo>
                <a:lnTo>
                  <a:pt x="1263916" y="2362200"/>
                </a:lnTo>
                <a:lnTo>
                  <a:pt x="1278280" y="2400300"/>
                </a:lnTo>
                <a:lnTo>
                  <a:pt x="1306182" y="2463800"/>
                </a:lnTo>
                <a:lnTo>
                  <a:pt x="1320507" y="2501900"/>
                </a:lnTo>
                <a:lnTo>
                  <a:pt x="1324013" y="2514600"/>
                </a:lnTo>
                <a:lnTo>
                  <a:pt x="1327594" y="2514600"/>
                </a:lnTo>
                <a:lnTo>
                  <a:pt x="1329944" y="2527300"/>
                </a:lnTo>
                <a:lnTo>
                  <a:pt x="1329944" y="2493645"/>
                </a:lnTo>
                <a:lnTo>
                  <a:pt x="1317739" y="2463800"/>
                </a:lnTo>
                <a:lnTo>
                  <a:pt x="1303172" y="2425700"/>
                </a:lnTo>
                <a:lnTo>
                  <a:pt x="1288859" y="2387600"/>
                </a:lnTo>
                <a:lnTo>
                  <a:pt x="1273975" y="2362200"/>
                </a:lnTo>
                <a:lnTo>
                  <a:pt x="1247228" y="2336800"/>
                </a:lnTo>
                <a:lnTo>
                  <a:pt x="1194460" y="2311400"/>
                </a:lnTo>
                <a:lnTo>
                  <a:pt x="1168374" y="2298700"/>
                </a:lnTo>
                <a:lnTo>
                  <a:pt x="1182319" y="2247900"/>
                </a:lnTo>
                <a:lnTo>
                  <a:pt x="1196771" y="2197100"/>
                </a:lnTo>
                <a:lnTo>
                  <a:pt x="1211770" y="2146300"/>
                </a:lnTo>
                <a:lnTo>
                  <a:pt x="1227315" y="2095500"/>
                </a:lnTo>
                <a:lnTo>
                  <a:pt x="1243431" y="2057400"/>
                </a:lnTo>
                <a:lnTo>
                  <a:pt x="1260132" y="2006600"/>
                </a:lnTo>
                <a:lnTo>
                  <a:pt x="1277429" y="1955800"/>
                </a:lnTo>
                <a:lnTo>
                  <a:pt x="1295336" y="1917700"/>
                </a:lnTo>
                <a:lnTo>
                  <a:pt x="1313878" y="1866900"/>
                </a:lnTo>
                <a:lnTo>
                  <a:pt x="1333055" y="1816100"/>
                </a:lnTo>
                <a:lnTo>
                  <a:pt x="1353527" y="1765300"/>
                </a:lnTo>
                <a:lnTo>
                  <a:pt x="1376654" y="1727200"/>
                </a:lnTo>
                <a:lnTo>
                  <a:pt x="1403286" y="1689100"/>
                </a:lnTo>
                <a:lnTo>
                  <a:pt x="1434274" y="1638300"/>
                </a:lnTo>
                <a:lnTo>
                  <a:pt x="1439049" y="1651000"/>
                </a:lnTo>
                <a:lnTo>
                  <a:pt x="1443278" y="1663700"/>
                </a:lnTo>
                <a:lnTo>
                  <a:pt x="1447165" y="1676400"/>
                </a:lnTo>
                <a:lnTo>
                  <a:pt x="1450898" y="1689100"/>
                </a:lnTo>
                <a:lnTo>
                  <a:pt x="1455699" y="1689100"/>
                </a:lnTo>
                <a:lnTo>
                  <a:pt x="1465351" y="1676400"/>
                </a:lnTo>
                <a:lnTo>
                  <a:pt x="1461655" y="1663700"/>
                </a:lnTo>
                <a:lnTo>
                  <a:pt x="1457058" y="1651000"/>
                </a:lnTo>
                <a:lnTo>
                  <a:pt x="1451838" y="1638300"/>
                </a:lnTo>
                <a:lnTo>
                  <a:pt x="1446288" y="1625600"/>
                </a:lnTo>
                <a:lnTo>
                  <a:pt x="1483131" y="1600200"/>
                </a:lnTo>
                <a:lnTo>
                  <a:pt x="1521193" y="1574800"/>
                </a:lnTo>
                <a:lnTo>
                  <a:pt x="1559826" y="1549400"/>
                </a:lnTo>
                <a:lnTo>
                  <a:pt x="1598409" y="1511300"/>
                </a:lnTo>
                <a:lnTo>
                  <a:pt x="1590484" y="1562100"/>
                </a:lnTo>
                <a:lnTo>
                  <a:pt x="1584591" y="1612900"/>
                </a:lnTo>
                <a:lnTo>
                  <a:pt x="1579981" y="1663700"/>
                </a:lnTo>
                <a:lnTo>
                  <a:pt x="1575904" y="1714500"/>
                </a:lnTo>
                <a:lnTo>
                  <a:pt x="1571599" y="1765300"/>
                </a:lnTo>
                <a:lnTo>
                  <a:pt x="1611795" y="1790700"/>
                </a:lnTo>
                <a:lnTo>
                  <a:pt x="1692033" y="1816100"/>
                </a:lnTo>
                <a:lnTo>
                  <a:pt x="1731975" y="1841500"/>
                </a:lnTo>
                <a:lnTo>
                  <a:pt x="1713458" y="1854200"/>
                </a:lnTo>
                <a:lnTo>
                  <a:pt x="1675968" y="1892300"/>
                </a:lnTo>
                <a:lnTo>
                  <a:pt x="1657527" y="1905000"/>
                </a:lnTo>
                <a:lnTo>
                  <a:pt x="1652333" y="1905000"/>
                </a:lnTo>
                <a:lnTo>
                  <a:pt x="1652181" y="1917700"/>
                </a:lnTo>
                <a:lnTo>
                  <a:pt x="1658442" y="1917700"/>
                </a:lnTo>
                <a:lnTo>
                  <a:pt x="1692605" y="1943100"/>
                </a:lnTo>
                <a:lnTo>
                  <a:pt x="1709978" y="1943100"/>
                </a:lnTo>
                <a:lnTo>
                  <a:pt x="1727657" y="1955800"/>
                </a:lnTo>
                <a:lnTo>
                  <a:pt x="1731975" y="1955800"/>
                </a:lnTo>
                <a:lnTo>
                  <a:pt x="1738071" y="1943100"/>
                </a:lnTo>
                <a:lnTo>
                  <a:pt x="1737728" y="1943100"/>
                </a:lnTo>
                <a:lnTo>
                  <a:pt x="1727568" y="1930400"/>
                </a:lnTo>
                <a:lnTo>
                  <a:pt x="1715363" y="1917700"/>
                </a:lnTo>
                <a:lnTo>
                  <a:pt x="1702511" y="1917700"/>
                </a:lnTo>
                <a:lnTo>
                  <a:pt x="1690395" y="1905000"/>
                </a:lnTo>
                <a:lnTo>
                  <a:pt x="1711629" y="1892300"/>
                </a:lnTo>
                <a:lnTo>
                  <a:pt x="1732699" y="1866900"/>
                </a:lnTo>
                <a:lnTo>
                  <a:pt x="1753704" y="1854200"/>
                </a:lnTo>
                <a:lnTo>
                  <a:pt x="1774723" y="1828800"/>
                </a:lnTo>
                <a:lnTo>
                  <a:pt x="1767166" y="1828800"/>
                </a:lnTo>
                <a:lnTo>
                  <a:pt x="1762480" y="1816100"/>
                </a:lnTo>
                <a:lnTo>
                  <a:pt x="1680679" y="1790700"/>
                </a:lnTo>
                <a:lnTo>
                  <a:pt x="1639671" y="1765300"/>
                </a:lnTo>
                <a:lnTo>
                  <a:pt x="1598485" y="1752600"/>
                </a:lnTo>
                <a:lnTo>
                  <a:pt x="1602003" y="1701800"/>
                </a:lnTo>
                <a:lnTo>
                  <a:pt x="1606448" y="1651000"/>
                </a:lnTo>
                <a:lnTo>
                  <a:pt x="1612163" y="1587500"/>
                </a:lnTo>
                <a:lnTo>
                  <a:pt x="1619504" y="1536700"/>
                </a:lnTo>
                <a:lnTo>
                  <a:pt x="1624431" y="1511300"/>
                </a:lnTo>
                <a:lnTo>
                  <a:pt x="1626882" y="1498600"/>
                </a:lnTo>
                <a:lnTo>
                  <a:pt x="1637474" y="1473200"/>
                </a:lnTo>
                <a:lnTo>
                  <a:pt x="1652549" y="1435100"/>
                </a:lnTo>
                <a:lnTo>
                  <a:pt x="1673390" y="1409700"/>
                </a:lnTo>
                <a:lnTo>
                  <a:pt x="1686407" y="1397000"/>
                </a:lnTo>
                <a:lnTo>
                  <a:pt x="1700923" y="1384300"/>
                </a:lnTo>
                <a:lnTo>
                  <a:pt x="1716874" y="1371600"/>
                </a:lnTo>
                <a:lnTo>
                  <a:pt x="1734185" y="1358900"/>
                </a:lnTo>
                <a:lnTo>
                  <a:pt x="1734273" y="1384300"/>
                </a:lnTo>
                <a:lnTo>
                  <a:pt x="1732407" y="1397000"/>
                </a:lnTo>
                <a:lnTo>
                  <a:pt x="1729955" y="1409700"/>
                </a:lnTo>
                <a:lnTo>
                  <a:pt x="1728266" y="1435100"/>
                </a:lnTo>
                <a:lnTo>
                  <a:pt x="1726628" y="1460500"/>
                </a:lnTo>
                <a:lnTo>
                  <a:pt x="1726171" y="1498600"/>
                </a:lnTo>
                <a:lnTo>
                  <a:pt x="1728190" y="1524000"/>
                </a:lnTo>
                <a:lnTo>
                  <a:pt x="1733994" y="1562100"/>
                </a:lnTo>
                <a:lnTo>
                  <a:pt x="1748815" y="1612900"/>
                </a:lnTo>
                <a:lnTo>
                  <a:pt x="1767979" y="1651000"/>
                </a:lnTo>
                <a:lnTo>
                  <a:pt x="1789861" y="1689100"/>
                </a:lnTo>
                <a:lnTo>
                  <a:pt x="1812861" y="1739900"/>
                </a:lnTo>
                <a:lnTo>
                  <a:pt x="1822450" y="1752600"/>
                </a:lnTo>
                <a:lnTo>
                  <a:pt x="1832394" y="1765300"/>
                </a:lnTo>
                <a:lnTo>
                  <a:pt x="1842084" y="1790700"/>
                </a:lnTo>
                <a:lnTo>
                  <a:pt x="1850923" y="1803400"/>
                </a:lnTo>
                <a:lnTo>
                  <a:pt x="1850923" y="1752663"/>
                </a:lnTo>
                <a:lnTo>
                  <a:pt x="1842998" y="1739900"/>
                </a:lnTo>
                <a:lnTo>
                  <a:pt x="1820189" y="1701800"/>
                </a:lnTo>
                <a:lnTo>
                  <a:pt x="1798637" y="1651000"/>
                </a:lnTo>
                <a:lnTo>
                  <a:pt x="1778762" y="1612900"/>
                </a:lnTo>
                <a:lnTo>
                  <a:pt x="1766023" y="1587500"/>
                </a:lnTo>
                <a:lnTo>
                  <a:pt x="1756498" y="1549400"/>
                </a:lnTo>
                <a:lnTo>
                  <a:pt x="1750961" y="1511300"/>
                </a:lnTo>
                <a:lnTo>
                  <a:pt x="1750161" y="1473200"/>
                </a:lnTo>
                <a:lnTo>
                  <a:pt x="1771027" y="1498600"/>
                </a:lnTo>
                <a:lnTo>
                  <a:pt x="1796288" y="1511300"/>
                </a:lnTo>
                <a:lnTo>
                  <a:pt x="1824253" y="1524000"/>
                </a:lnTo>
                <a:lnTo>
                  <a:pt x="1853247" y="1524000"/>
                </a:lnTo>
                <a:lnTo>
                  <a:pt x="1903082" y="1511300"/>
                </a:lnTo>
                <a:lnTo>
                  <a:pt x="1950529" y="1498600"/>
                </a:lnTo>
                <a:lnTo>
                  <a:pt x="1994827" y="1473200"/>
                </a:lnTo>
                <a:lnTo>
                  <a:pt x="2035276" y="1435100"/>
                </a:lnTo>
                <a:lnTo>
                  <a:pt x="2035276" y="1406448"/>
                </a:lnTo>
                <a:lnTo>
                  <a:pt x="2005507" y="1435100"/>
                </a:lnTo>
                <a:lnTo>
                  <a:pt x="1967001" y="1460500"/>
                </a:lnTo>
                <a:lnTo>
                  <a:pt x="1925408" y="1473200"/>
                </a:lnTo>
                <a:lnTo>
                  <a:pt x="1880971" y="1485900"/>
                </a:lnTo>
                <a:lnTo>
                  <a:pt x="1856714" y="1498600"/>
                </a:lnTo>
                <a:lnTo>
                  <a:pt x="1832076" y="1498600"/>
                </a:lnTo>
                <a:lnTo>
                  <a:pt x="1808289" y="1485900"/>
                </a:lnTo>
                <a:lnTo>
                  <a:pt x="1773605" y="1460500"/>
                </a:lnTo>
                <a:lnTo>
                  <a:pt x="1757527" y="1409700"/>
                </a:lnTo>
                <a:lnTo>
                  <a:pt x="1758429" y="1358900"/>
                </a:lnTo>
                <a:lnTo>
                  <a:pt x="1758353" y="1270000"/>
                </a:lnTo>
                <a:lnTo>
                  <a:pt x="1758276" y="1257300"/>
                </a:lnTo>
                <a:lnTo>
                  <a:pt x="1758200" y="1244600"/>
                </a:lnTo>
                <a:lnTo>
                  <a:pt x="1758124" y="1231900"/>
                </a:lnTo>
                <a:lnTo>
                  <a:pt x="1758061" y="1219200"/>
                </a:lnTo>
                <a:lnTo>
                  <a:pt x="1759318" y="1206500"/>
                </a:lnTo>
                <a:lnTo>
                  <a:pt x="1763674" y="1193800"/>
                </a:lnTo>
                <a:lnTo>
                  <a:pt x="1770900" y="1193800"/>
                </a:lnTo>
                <a:lnTo>
                  <a:pt x="1780743" y="1181100"/>
                </a:lnTo>
                <a:lnTo>
                  <a:pt x="1817027" y="1181100"/>
                </a:lnTo>
                <a:lnTo>
                  <a:pt x="1926196" y="1143000"/>
                </a:lnTo>
                <a:lnTo>
                  <a:pt x="1935556" y="1143000"/>
                </a:lnTo>
                <a:lnTo>
                  <a:pt x="1936242" y="1130300"/>
                </a:lnTo>
                <a:lnTo>
                  <a:pt x="1933524" y="1130300"/>
                </a:lnTo>
                <a:lnTo>
                  <a:pt x="1929333" y="1117600"/>
                </a:lnTo>
                <a:lnTo>
                  <a:pt x="1920595" y="1130300"/>
                </a:lnTo>
                <a:lnTo>
                  <a:pt x="1878609" y="1130300"/>
                </a:lnTo>
                <a:lnTo>
                  <a:pt x="1771370" y="1168400"/>
                </a:lnTo>
                <a:lnTo>
                  <a:pt x="1722158" y="1181100"/>
                </a:lnTo>
                <a:lnTo>
                  <a:pt x="1621142" y="1181100"/>
                </a:lnTo>
                <a:lnTo>
                  <a:pt x="1522806" y="1155700"/>
                </a:lnTo>
                <a:lnTo>
                  <a:pt x="1478470" y="1130300"/>
                </a:lnTo>
                <a:lnTo>
                  <a:pt x="1438871" y="1092200"/>
                </a:lnTo>
                <a:lnTo>
                  <a:pt x="1404594" y="1054100"/>
                </a:lnTo>
                <a:lnTo>
                  <a:pt x="1373339" y="1003300"/>
                </a:lnTo>
                <a:lnTo>
                  <a:pt x="1347863" y="965200"/>
                </a:lnTo>
                <a:lnTo>
                  <a:pt x="1327619" y="914400"/>
                </a:lnTo>
                <a:lnTo>
                  <a:pt x="1312037" y="850900"/>
                </a:lnTo>
                <a:lnTo>
                  <a:pt x="1304582" y="825500"/>
                </a:lnTo>
                <a:lnTo>
                  <a:pt x="1299044" y="787400"/>
                </a:lnTo>
                <a:lnTo>
                  <a:pt x="1295501" y="749300"/>
                </a:lnTo>
                <a:lnTo>
                  <a:pt x="1294079" y="723900"/>
                </a:lnTo>
                <a:lnTo>
                  <a:pt x="1300289" y="723900"/>
                </a:lnTo>
                <a:lnTo>
                  <a:pt x="1306703" y="736600"/>
                </a:lnTo>
                <a:lnTo>
                  <a:pt x="1313916" y="749300"/>
                </a:lnTo>
                <a:lnTo>
                  <a:pt x="1322527" y="762000"/>
                </a:lnTo>
                <a:lnTo>
                  <a:pt x="1348219" y="774700"/>
                </a:lnTo>
                <a:lnTo>
                  <a:pt x="1377480" y="787400"/>
                </a:lnTo>
                <a:lnTo>
                  <a:pt x="1407998" y="787400"/>
                </a:lnTo>
                <a:lnTo>
                  <a:pt x="1462087" y="762000"/>
                </a:lnTo>
                <a:lnTo>
                  <a:pt x="1495907" y="711200"/>
                </a:lnTo>
                <a:lnTo>
                  <a:pt x="1501089" y="685800"/>
                </a:lnTo>
                <a:lnTo>
                  <a:pt x="1501279" y="698500"/>
                </a:lnTo>
                <a:lnTo>
                  <a:pt x="1501736" y="711200"/>
                </a:lnTo>
                <a:lnTo>
                  <a:pt x="1500746" y="723900"/>
                </a:lnTo>
                <a:lnTo>
                  <a:pt x="1496580" y="736600"/>
                </a:lnTo>
                <a:lnTo>
                  <a:pt x="1487297" y="749300"/>
                </a:lnTo>
                <a:lnTo>
                  <a:pt x="1477581" y="774700"/>
                </a:lnTo>
                <a:lnTo>
                  <a:pt x="1467827" y="787400"/>
                </a:lnTo>
                <a:lnTo>
                  <a:pt x="1458417" y="800100"/>
                </a:lnTo>
                <a:lnTo>
                  <a:pt x="1465529" y="812800"/>
                </a:lnTo>
                <a:lnTo>
                  <a:pt x="1474089" y="812800"/>
                </a:lnTo>
                <a:lnTo>
                  <a:pt x="1483321" y="825500"/>
                </a:lnTo>
                <a:lnTo>
                  <a:pt x="1503641" y="825500"/>
                </a:lnTo>
                <a:lnTo>
                  <a:pt x="1514716" y="838200"/>
                </a:lnTo>
                <a:lnTo>
                  <a:pt x="1525892" y="838200"/>
                </a:lnTo>
                <a:lnTo>
                  <a:pt x="1537398" y="850900"/>
                </a:lnTo>
                <a:lnTo>
                  <a:pt x="1544612" y="850900"/>
                </a:lnTo>
                <a:lnTo>
                  <a:pt x="1549806" y="838200"/>
                </a:lnTo>
                <a:lnTo>
                  <a:pt x="1551165" y="838200"/>
                </a:lnTo>
                <a:lnTo>
                  <a:pt x="1546809" y="825500"/>
                </a:lnTo>
                <a:lnTo>
                  <a:pt x="1532902" y="825500"/>
                </a:lnTo>
                <a:lnTo>
                  <a:pt x="1503553" y="800100"/>
                </a:lnTo>
                <a:lnTo>
                  <a:pt x="1489227" y="800100"/>
                </a:lnTo>
                <a:lnTo>
                  <a:pt x="1498028" y="787400"/>
                </a:lnTo>
                <a:lnTo>
                  <a:pt x="1507032" y="774700"/>
                </a:lnTo>
                <a:lnTo>
                  <a:pt x="1515618" y="749300"/>
                </a:lnTo>
                <a:lnTo>
                  <a:pt x="1524469" y="711200"/>
                </a:lnTo>
                <a:lnTo>
                  <a:pt x="1524723" y="647700"/>
                </a:lnTo>
                <a:lnTo>
                  <a:pt x="1524850" y="635000"/>
                </a:lnTo>
                <a:lnTo>
                  <a:pt x="1576374" y="635000"/>
                </a:lnTo>
                <a:lnTo>
                  <a:pt x="1585061" y="647700"/>
                </a:lnTo>
                <a:lnTo>
                  <a:pt x="1593456" y="660400"/>
                </a:lnTo>
                <a:lnTo>
                  <a:pt x="1602193" y="660400"/>
                </a:lnTo>
                <a:lnTo>
                  <a:pt x="1599158" y="698500"/>
                </a:lnTo>
                <a:lnTo>
                  <a:pt x="1612214" y="749300"/>
                </a:lnTo>
                <a:lnTo>
                  <a:pt x="1664627" y="787400"/>
                </a:lnTo>
                <a:lnTo>
                  <a:pt x="1706880" y="800100"/>
                </a:lnTo>
                <a:lnTo>
                  <a:pt x="1749221" y="787400"/>
                </a:lnTo>
                <a:lnTo>
                  <a:pt x="1785327" y="774700"/>
                </a:lnTo>
                <a:lnTo>
                  <a:pt x="1801355" y="749300"/>
                </a:lnTo>
                <a:lnTo>
                  <a:pt x="1811794" y="723900"/>
                </a:lnTo>
                <a:lnTo>
                  <a:pt x="1816735" y="698500"/>
                </a:lnTo>
                <a:lnTo>
                  <a:pt x="1816252" y="673100"/>
                </a:lnTo>
                <a:lnTo>
                  <a:pt x="1860346" y="673100"/>
                </a:lnTo>
                <a:lnTo>
                  <a:pt x="1904365" y="660400"/>
                </a:lnTo>
                <a:lnTo>
                  <a:pt x="1948370" y="660400"/>
                </a:lnTo>
                <a:lnTo>
                  <a:pt x="1992452" y="647700"/>
                </a:lnTo>
                <a:lnTo>
                  <a:pt x="1993836" y="660400"/>
                </a:lnTo>
                <a:lnTo>
                  <a:pt x="1995309" y="698500"/>
                </a:lnTo>
                <a:lnTo>
                  <a:pt x="1996643" y="711200"/>
                </a:lnTo>
                <a:lnTo>
                  <a:pt x="1999246" y="723900"/>
                </a:lnTo>
                <a:lnTo>
                  <a:pt x="2004618" y="723900"/>
                </a:lnTo>
                <a:lnTo>
                  <a:pt x="2012200" y="736600"/>
                </a:lnTo>
                <a:lnTo>
                  <a:pt x="2033219" y="736600"/>
                </a:lnTo>
                <a:lnTo>
                  <a:pt x="2043595" y="723900"/>
                </a:lnTo>
                <a:lnTo>
                  <a:pt x="2052713" y="723900"/>
                </a:lnTo>
                <a:lnTo>
                  <a:pt x="2088692" y="685800"/>
                </a:lnTo>
                <a:lnTo>
                  <a:pt x="2123757" y="660400"/>
                </a:lnTo>
                <a:lnTo>
                  <a:pt x="2164372" y="660400"/>
                </a:lnTo>
                <a:lnTo>
                  <a:pt x="2197430" y="685800"/>
                </a:lnTo>
                <a:lnTo>
                  <a:pt x="2213572" y="736600"/>
                </a:lnTo>
                <a:lnTo>
                  <a:pt x="2213762" y="762000"/>
                </a:lnTo>
                <a:lnTo>
                  <a:pt x="2213762" y="255244"/>
                </a:lnTo>
                <a:lnTo>
                  <a:pt x="2176195" y="215900"/>
                </a:lnTo>
                <a:lnTo>
                  <a:pt x="2146173" y="190500"/>
                </a:lnTo>
                <a:lnTo>
                  <a:pt x="2069566" y="165100"/>
                </a:lnTo>
                <a:lnTo>
                  <a:pt x="2046465" y="152400"/>
                </a:lnTo>
                <a:lnTo>
                  <a:pt x="2023364" y="139700"/>
                </a:lnTo>
                <a:lnTo>
                  <a:pt x="1990001" y="139700"/>
                </a:lnTo>
                <a:lnTo>
                  <a:pt x="1990001" y="635000"/>
                </a:lnTo>
                <a:lnTo>
                  <a:pt x="1945297" y="635000"/>
                </a:lnTo>
                <a:lnTo>
                  <a:pt x="1900694" y="647700"/>
                </a:lnTo>
                <a:lnTo>
                  <a:pt x="1856130" y="647700"/>
                </a:lnTo>
                <a:lnTo>
                  <a:pt x="1811604" y="660400"/>
                </a:lnTo>
                <a:lnTo>
                  <a:pt x="1799107" y="635000"/>
                </a:lnTo>
                <a:lnTo>
                  <a:pt x="1794510" y="628688"/>
                </a:lnTo>
                <a:lnTo>
                  <a:pt x="1794510" y="685800"/>
                </a:lnTo>
                <a:lnTo>
                  <a:pt x="1793760" y="711200"/>
                </a:lnTo>
                <a:lnTo>
                  <a:pt x="1785962" y="736600"/>
                </a:lnTo>
                <a:lnTo>
                  <a:pt x="1771980" y="749300"/>
                </a:lnTo>
                <a:lnTo>
                  <a:pt x="1752676" y="762000"/>
                </a:lnTo>
                <a:lnTo>
                  <a:pt x="1738782" y="774700"/>
                </a:lnTo>
                <a:lnTo>
                  <a:pt x="1671459" y="774700"/>
                </a:lnTo>
                <a:lnTo>
                  <a:pt x="1651952" y="762000"/>
                </a:lnTo>
                <a:lnTo>
                  <a:pt x="1636268" y="749300"/>
                </a:lnTo>
                <a:lnTo>
                  <a:pt x="1625676" y="723900"/>
                </a:lnTo>
                <a:lnTo>
                  <a:pt x="1620875" y="698500"/>
                </a:lnTo>
                <a:lnTo>
                  <a:pt x="1621167" y="685800"/>
                </a:lnTo>
                <a:lnTo>
                  <a:pt x="1626450" y="660400"/>
                </a:lnTo>
                <a:lnTo>
                  <a:pt x="1636623" y="647700"/>
                </a:lnTo>
                <a:lnTo>
                  <a:pt x="1646110" y="635000"/>
                </a:lnTo>
                <a:lnTo>
                  <a:pt x="1657362" y="622300"/>
                </a:lnTo>
                <a:lnTo>
                  <a:pt x="1669986" y="622300"/>
                </a:lnTo>
                <a:lnTo>
                  <a:pt x="1683575" y="609600"/>
                </a:lnTo>
                <a:lnTo>
                  <a:pt x="1740852" y="609600"/>
                </a:lnTo>
                <a:lnTo>
                  <a:pt x="1758099" y="622300"/>
                </a:lnTo>
                <a:lnTo>
                  <a:pt x="1772208" y="635000"/>
                </a:lnTo>
                <a:lnTo>
                  <a:pt x="1783156" y="647700"/>
                </a:lnTo>
                <a:lnTo>
                  <a:pt x="1790674" y="673100"/>
                </a:lnTo>
                <a:lnTo>
                  <a:pt x="1794510" y="685800"/>
                </a:lnTo>
                <a:lnTo>
                  <a:pt x="1794510" y="628688"/>
                </a:lnTo>
                <a:lnTo>
                  <a:pt x="1780628" y="609600"/>
                </a:lnTo>
                <a:lnTo>
                  <a:pt x="1757578" y="596900"/>
                </a:lnTo>
                <a:lnTo>
                  <a:pt x="1739671" y="588238"/>
                </a:lnTo>
                <a:lnTo>
                  <a:pt x="1748853" y="583006"/>
                </a:lnTo>
                <a:lnTo>
                  <a:pt x="1714271" y="554520"/>
                </a:lnTo>
                <a:lnTo>
                  <a:pt x="1664931" y="552272"/>
                </a:lnTo>
                <a:lnTo>
                  <a:pt x="1640293" y="550583"/>
                </a:lnTo>
                <a:lnTo>
                  <a:pt x="1632737" y="550354"/>
                </a:lnTo>
                <a:lnTo>
                  <a:pt x="1624609" y="548474"/>
                </a:lnTo>
                <a:lnTo>
                  <a:pt x="1617408" y="551611"/>
                </a:lnTo>
                <a:lnTo>
                  <a:pt x="1612328" y="555066"/>
                </a:lnTo>
                <a:lnTo>
                  <a:pt x="1608416" y="559968"/>
                </a:lnTo>
                <a:lnTo>
                  <a:pt x="1606588" y="565734"/>
                </a:lnTo>
                <a:lnTo>
                  <a:pt x="1607756" y="571779"/>
                </a:lnTo>
                <a:lnTo>
                  <a:pt x="1658899" y="586028"/>
                </a:lnTo>
                <a:lnTo>
                  <a:pt x="1682737" y="588035"/>
                </a:lnTo>
                <a:lnTo>
                  <a:pt x="1668386" y="596900"/>
                </a:lnTo>
                <a:lnTo>
                  <a:pt x="1649285" y="596900"/>
                </a:lnTo>
                <a:lnTo>
                  <a:pt x="1635734" y="609600"/>
                </a:lnTo>
                <a:lnTo>
                  <a:pt x="1624126" y="622300"/>
                </a:lnTo>
                <a:lnTo>
                  <a:pt x="1614360" y="635000"/>
                </a:lnTo>
                <a:lnTo>
                  <a:pt x="1606270" y="647700"/>
                </a:lnTo>
                <a:lnTo>
                  <a:pt x="1595551" y="647700"/>
                </a:lnTo>
                <a:lnTo>
                  <a:pt x="1585620" y="635000"/>
                </a:lnTo>
                <a:lnTo>
                  <a:pt x="1574495" y="622300"/>
                </a:lnTo>
                <a:lnTo>
                  <a:pt x="1536293" y="622300"/>
                </a:lnTo>
                <a:lnTo>
                  <a:pt x="1524609" y="609600"/>
                </a:lnTo>
                <a:lnTo>
                  <a:pt x="1503451" y="609600"/>
                </a:lnTo>
                <a:lnTo>
                  <a:pt x="1500111" y="622300"/>
                </a:lnTo>
                <a:lnTo>
                  <a:pt x="1500263" y="635000"/>
                </a:lnTo>
                <a:lnTo>
                  <a:pt x="1500708" y="647700"/>
                </a:lnTo>
                <a:lnTo>
                  <a:pt x="1487373" y="622300"/>
                </a:lnTo>
                <a:lnTo>
                  <a:pt x="1482445" y="615797"/>
                </a:lnTo>
                <a:lnTo>
                  <a:pt x="1482445" y="685800"/>
                </a:lnTo>
                <a:lnTo>
                  <a:pt x="1475244" y="711200"/>
                </a:lnTo>
                <a:lnTo>
                  <a:pt x="1458633" y="736600"/>
                </a:lnTo>
                <a:lnTo>
                  <a:pt x="1434045" y="749300"/>
                </a:lnTo>
                <a:lnTo>
                  <a:pt x="1399273" y="762000"/>
                </a:lnTo>
                <a:lnTo>
                  <a:pt x="1363700" y="762000"/>
                </a:lnTo>
                <a:lnTo>
                  <a:pt x="1333334" y="736600"/>
                </a:lnTo>
                <a:lnTo>
                  <a:pt x="1323771" y="723900"/>
                </a:lnTo>
                <a:lnTo>
                  <a:pt x="1314208" y="711200"/>
                </a:lnTo>
                <a:lnTo>
                  <a:pt x="1309433" y="673100"/>
                </a:lnTo>
                <a:lnTo>
                  <a:pt x="1319936" y="635000"/>
                </a:lnTo>
                <a:lnTo>
                  <a:pt x="1331277" y="622300"/>
                </a:lnTo>
                <a:lnTo>
                  <a:pt x="1342618" y="609600"/>
                </a:lnTo>
                <a:lnTo>
                  <a:pt x="1374394" y="596900"/>
                </a:lnTo>
                <a:lnTo>
                  <a:pt x="1437932" y="596900"/>
                </a:lnTo>
                <a:lnTo>
                  <a:pt x="1463306" y="622300"/>
                </a:lnTo>
                <a:lnTo>
                  <a:pt x="1478851" y="647700"/>
                </a:lnTo>
                <a:lnTo>
                  <a:pt x="1482445" y="685800"/>
                </a:lnTo>
                <a:lnTo>
                  <a:pt x="1482445" y="615797"/>
                </a:lnTo>
                <a:lnTo>
                  <a:pt x="1468145" y="596900"/>
                </a:lnTo>
                <a:lnTo>
                  <a:pt x="1443850" y="584200"/>
                </a:lnTo>
                <a:lnTo>
                  <a:pt x="1415313" y="571500"/>
                </a:lnTo>
                <a:lnTo>
                  <a:pt x="1496288" y="571500"/>
                </a:lnTo>
                <a:lnTo>
                  <a:pt x="1503146" y="558800"/>
                </a:lnTo>
                <a:lnTo>
                  <a:pt x="1506359" y="558800"/>
                </a:lnTo>
                <a:lnTo>
                  <a:pt x="1504327" y="546100"/>
                </a:lnTo>
                <a:lnTo>
                  <a:pt x="1498981" y="546100"/>
                </a:lnTo>
                <a:lnTo>
                  <a:pt x="1491919" y="533400"/>
                </a:lnTo>
                <a:lnTo>
                  <a:pt x="1366786" y="533400"/>
                </a:lnTo>
                <a:lnTo>
                  <a:pt x="1361757" y="546100"/>
                </a:lnTo>
                <a:lnTo>
                  <a:pt x="1362303" y="558800"/>
                </a:lnTo>
                <a:lnTo>
                  <a:pt x="1369402" y="558800"/>
                </a:lnTo>
                <a:lnTo>
                  <a:pt x="1380388" y="571500"/>
                </a:lnTo>
                <a:lnTo>
                  <a:pt x="1375981" y="571500"/>
                </a:lnTo>
                <a:lnTo>
                  <a:pt x="1357401" y="584200"/>
                </a:lnTo>
                <a:lnTo>
                  <a:pt x="1340104" y="584200"/>
                </a:lnTo>
                <a:lnTo>
                  <a:pt x="1328851" y="596900"/>
                </a:lnTo>
                <a:lnTo>
                  <a:pt x="1318933" y="609600"/>
                </a:lnTo>
                <a:lnTo>
                  <a:pt x="1309928" y="609600"/>
                </a:lnTo>
                <a:lnTo>
                  <a:pt x="1301432" y="622300"/>
                </a:lnTo>
                <a:lnTo>
                  <a:pt x="1303909" y="596900"/>
                </a:lnTo>
                <a:lnTo>
                  <a:pt x="1306195" y="571500"/>
                </a:lnTo>
                <a:lnTo>
                  <a:pt x="1310513" y="520700"/>
                </a:lnTo>
                <a:lnTo>
                  <a:pt x="1375511" y="520700"/>
                </a:lnTo>
                <a:lnTo>
                  <a:pt x="1395869" y="508000"/>
                </a:lnTo>
                <a:lnTo>
                  <a:pt x="1425143" y="495300"/>
                </a:lnTo>
                <a:lnTo>
                  <a:pt x="1451952" y="469900"/>
                </a:lnTo>
                <a:lnTo>
                  <a:pt x="1476705" y="457200"/>
                </a:lnTo>
                <a:lnTo>
                  <a:pt x="1488262" y="444500"/>
                </a:lnTo>
                <a:lnTo>
                  <a:pt x="1499831" y="431800"/>
                </a:lnTo>
                <a:lnTo>
                  <a:pt x="1514284" y="406400"/>
                </a:lnTo>
                <a:lnTo>
                  <a:pt x="1527810" y="393700"/>
                </a:lnTo>
                <a:lnTo>
                  <a:pt x="1540827" y="368300"/>
                </a:lnTo>
                <a:lnTo>
                  <a:pt x="1553718" y="355600"/>
                </a:lnTo>
                <a:lnTo>
                  <a:pt x="1557705" y="393700"/>
                </a:lnTo>
                <a:lnTo>
                  <a:pt x="1568259" y="431800"/>
                </a:lnTo>
                <a:lnTo>
                  <a:pt x="1609356" y="482600"/>
                </a:lnTo>
                <a:lnTo>
                  <a:pt x="1664728" y="520700"/>
                </a:lnTo>
                <a:lnTo>
                  <a:pt x="1695792" y="533400"/>
                </a:lnTo>
                <a:lnTo>
                  <a:pt x="1826971" y="533400"/>
                </a:lnTo>
                <a:lnTo>
                  <a:pt x="1924443" y="508000"/>
                </a:lnTo>
                <a:lnTo>
                  <a:pt x="1947164" y="533400"/>
                </a:lnTo>
                <a:lnTo>
                  <a:pt x="1966175" y="571500"/>
                </a:lnTo>
                <a:lnTo>
                  <a:pt x="1980717" y="596900"/>
                </a:lnTo>
                <a:lnTo>
                  <a:pt x="1990001" y="635000"/>
                </a:lnTo>
                <a:lnTo>
                  <a:pt x="1990001" y="139700"/>
                </a:lnTo>
                <a:lnTo>
                  <a:pt x="1976170" y="139700"/>
                </a:lnTo>
                <a:lnTo>
                  <a:pt x="1928393" y="127000"/>
                </a:lnTo>
                <a:lnTo>
                  <a:pt x="1769503" y="127000"/>
                </a:lnTo>
                <a:lnTo>
                  <a:pt x="1661071" y="152400"/>
                </a:lnTo>
                <a:lnTo>
                  <a:pt x="1650593" y="114300"/>
                </a:lnTo>
                <a:lnTo>
                  <a:pt x="1631873" y="76200"/>
                </a:lnTo>
                <a:lnTo>
                  <a:pt x="1605826" y="50800"/>
                </a:lnTo>
                <a:lnTo>
                  <a:pt x="1573352" y="25400"/>
                </a:lnTo>
                <a:lnTo>
                  <a:pt x="1533410" y="0"/>
                </a:lnTo>
                <a:lnTo>
                  <a:pt x="1446517" y="0"/>
                </a:lnTo>
                <a:lnTo>
                  <a:pt x="1404213" y="12700"/>
                </a:lnTo>
                <a:lnTo>
                  <a:pt x="1365262" y="25400"/>
                </a:lnTo>
                <a:lnTo>
                  <a:pt x="1333525" y="63500"/>
                </a:lnTo>
                <a:lnTo>
                  <a:pt x="1310093" y="101600"/>
                </a:lnTo>
                <a:lnTo>
                  <a:pt x="1296035" y="139700"/>
                </a:lnTo>
                <a:lnTo>
                  <a:pt x="1292402" y="190500"/>
                </a:lnTo>
                <a:lnTo>
                  <a:pt x="1261338" y="177800"/>
                </a:lnTo>
                <a:lnTo>
                  <a:pt x="1230172" y="177800"/>
                </a:lnTo>
                <a:lnTo>
                  <a:pt x="1200327" y="190500"/>
                </a:lnTo>
                <a:lnTo>
                  <a:pt x="1173187" y="203200"/>
                </a:lnTo>
                <a:lnTo>
                  <a:pt x="1143444" y="241300"/>
                </a:lnTo>
                <a:lnTo>
                  <a:pt x="1125435" y="279400"/>
                </a:lnTo>
                <a:lnTo>
                  <a:pt x="1120013" y="317500"/>
                </a:lnTo>
                <a:lnTo>
                  <a:pt x="1128026" y="368300"/>
                </a:lnTo>
                <a:lnTo>
                  <a:pt x="1143749" y="393700"/>
                </a:lnTo>
                <a:lnTo>
                  <a:pt x="1166583" y="419100"/>
                </a:lnTo>
                <a:lnTo>
                  <a:pt x="1195006" y="431800"/>
                </a:lnTo>
                <a:lnTo>
                  <a:pt x="1227455" y="444500"/>
                </a:lnTo>
                <a:lnTo>
                  <a:pt x="1244053" y="457200"/>
                </a:lnTo>
                <a:lnTo>
                  <a:pt x="1277581" y="457200"/>
                </a:lnTo>
                <a:lnTo>
                  <a:pt x="1294269" y="444500"/>
                </a:lnTo>
                <a:lnTo>
                  <a:pt x="1289050" y="495300"/>
                </a:lnTo>
                <a:lnTo>
                  <a:pt x="1284338" y="546100"/>
                </a:lnTo>
                <a:lnTo>
                  <a:pt x="1279931" y="596900"/>
                </a:lnTo>
                <a:lnTo>
                  <a:pt x="1273517" y="673100"/>
                </a:lnTo>
                <a:lnTo>
                  <a:pt x="1271638" y="711200"/>
                </a:lnTo>
                <a:lnTo>
                  <a:pt x="1270812" y="736600"/>
                </a:lnTo>
                <a:lnTo>
                  <a:pt x="1271841" y="762000"/>
                </a:lnTo>
                <a:lnTo>
                  <a:pt x="1277785" y="812800"/>
                </a:lnTo>
                <a:lnTo>
                  <a:pt x="1287614" y="863600"/>
                </a:lnTo>
                <a:lnTo>
                  <a:pt x="1300949" y="901700"/>
                </a:lnTo>
                <a:lnTo>
                  <a:pt x="1317383" y="952500"/>
                </a:lnTo>
                <a:lnTo>
                  <a:pt x="1320063" y="952500"/>
                </a:lnTo>
                <a:lnTo>
                  <a:pt x="1322870" y="965200"/>
                </a:lnTo>
                <a:lnTo>
                  <a:pt x="1325092" y="977900"/>
                </a:lnTo>
                <a:lnTo>
                  <a:pt x="1325994" y="977900"/>
                </a:lnTo>
                <a:lnTo>
                  <a:pt x="1318704" y="1016000"/>
                </a:lnTo>
                <a:lnTo>
                  <a:pt x="1306601" y="1054100"/>
                </a:lnTo>
                <a:lnTo>
                  <a:pt x="1292733" y="1092200"/>
                </a:lnTo>
                <a:lnTo>
                  <a:pt x="1280121" y="1130300"/>
                </a:lnTo>
                <a:lnTo>
                  <a:pt x="1274508" y="1168400"/>
                </a:lnTo>
                <a:lnTo>
                  <a:pt x="1279131" y="1219200"/>
                </a:lnTo>
                <a:lnTo>
                  <a:pt x="1293329" y="1257300"/>
                </a:lnTo>
                <a:lnTo>
                  <a:pt x="1316469" y="1282700"/>
                </a:lnTo>
                <a:lnTo>
                  <a:pt x="1342123" y="1308100"/>
                </a:lnTo>
                <a:lnTo>
                  <a:pt x="1372476" y="1333500"/>
                </a:lnTo>
                <a:lnTo>
                  <a:pt x="1406080" y="1346200"/>
                </a:lnTo>
                <a:lnTo>
                  <a:pt x="1716824" y="1346200"/>
                </a:lnTo>
                <a:lnTo>
                  <a:pt x="1680502" y="1358900"/>
                </a:lnTo>
                <a:lnTo>
                  <a:pt x="1650746" y="1397000"/>
                </a:lnTo>
                <a:lnTo>
                  <a:pt x="1627695" y="1435100"/>
                </a:lnTo>
                <a:lnTo>
                  <a:pt x="1611414" y="1473200"/>
                </a:lnTo>
                <a:lnTo>
                  <a:pt x="1606969" y="1473200"/>
                </a:lnTo>
                <a:lnTo>
                  <a:pt x="1599501" y="1485900"/>
                </a:lnTo>
                <a:lnTo>
                  <a:pt x="1590700" y="1485900"/>
                </a:lnTo>
                <a:lnTo>
                  <a:pt x="1582242" y="1498600"/>
                </a:lnTo>
                <a:lnTo>
                  <a:pt x="1472806" y="1574800"/>
                </a:lnTo>
                <a:lnTo>
                  <a:pt x="1437665" y="1600200"/>
                </a:lnTo>
                <a:lnTo>
                  <a:pt x="1406613" y="1638300"/>
                </a:lnTo>
                <a:lnTo>
                  <a:pt x="1379905" y="1676400"/>
                </a:lnTo>
                <a:lnTo>
                  <a:pt x="1356626" y="1714500"/>
                </a:lnTo>
                <a:lnTo>
                  <a:pt x="1335874" y="1752600"/>
                </a:lnTo>
                <a:lnTo>
                  <a:pt x="1315605" y="1790700"/>
                </a:lnTo>
                <a:lnTo>
                  <a:pt x="1296327" y="1841500"/>
                </a:lnTo>
                <a:lnTo>
                  <a:pt x="1277924" y="1892300"/>
                </a:lnTo>
                <a:lnTo>
                  <a:pt x="1260246" y="1930400"/>
                </a:lnTo>
                <a:lnTo>
                  <a:pt x="1243164" y="1981200"/>
                </a:lnTo>
                <a:lnTo>
                  <a:pt x="1226578" y="2032000"/>
                </a:lnTo>
                <a:lnTo>
                  <a:pt x="1210322" y="2070100"/>
                </a:lnTo>
                <a:lnTo>
                  <a:pt x="1206969" y="2070100"/>
                </a:lnTo>
                <a:lnTo>
                  <a:pt x="1206969" y="2082800"/>
                </a:lnTo>
                <a:lnTo>
                  <a:pt x="1192428" y="2133600"/>
                </a:lnTo>
                <a:lnTo>
                  <a:pt x="1178026" y="2171700"/>
                </a:lnTo>
                <a:lnTo>
                  <a:pt x="1164120" y="2222500"/>
                </a:lnTo>
                <a:lnTo>
                  <a:pt x="1151039" y="2273300"/>
                </a:lnTo>
                <a:lnTo>
                  <a:pt x="1139126" y="2311400"/>
                </a:lnTo>
                <a:lnTo>
                  <a:pt x="1130655" y="2349500"/>
                </a:lnTo>
                <a:lnTo>
                  <a:pt x="1122654" y="2387600"/>
                </a:lnTo>
                <a:lnTo>
                  <a:pt x="1115098" y="2413000"/>
                </a:lnTo>
                <a:lnTo>
                  <a:pt x="1113116" y="2423655"/>
                </a:lnTo>
                <a:lnTo>
                  <a:pt x="1113116" y="2565400"/>
                </a:lnTo>
                <a:lnTo>
                  <a:pt x="980554" y="2565400"/>
                </a:lnTo>
                <a:lnTo>
                  <a:pt x="980452" y="2578100"/>
                </a:lnTo>
                <a:lnTo>
                  <a:pt x="980363" y="2590800"/>
                </a:lnTo>
                <a:lnTo>
                  <a:pt x="980249" y="2616200"/>
                </a:lnTo>
                <a:lnTo>
                  <a:pt x="980173" y="2667000"/>
                </a:lnTo>
                <a:lnTo>
                  <a:pt x="979525" y="2692400"/>
                </a:lnTo>
                <a:lnTo>
                  <a:pt x="708406" y="2692400"/>
                </a:lnTo>
                <a:lnTo>
                  <a:pt x="708469" y="2514600"/>
                </a:lnTo>
                <a:lnTo>
                  <a:pt x="708558" y="2501900"/>
                </a:lnTo>
                <a:lnTo>
                  <a:pt x="708660" y="2489200"/>
                </a:lnTo>
                <a:lnTo>
                  <a:pt x="708748" y="2476500"/>
                </a:lnTo>
                <a:lnTo>
                  <a:pt x="1113040" y="2476500"/>
                </a:lnTo>
                <a:lnTo>
                  <a:pt x="1113116" y="2565400"/>
                </a:lnTo>
                <a:lnTo>
                  <a:pt x="1113116" y="2423655"/>
                </a:lnTo>
                <a:lnTo>
                  <a:pt x="1108011" y="2451100"/>
                </a:lnTo>
                <a:lnTo>
                  <a:pt x="1088402" y="2451100"/>
                </a:lnTo>
                <a:lnTo>
                  <a:pt x="1088453" y="2438400"/>
                </a:lnTo>
                <a:lnTo>
                  <a:pt x="1088999" y="2413000"/>
                </a:lnTo>
                <a:lnTo>
                  <a:pt x="1089139" y="2400300"/>
                </a:lnTo>
                <a:lnTo>
                  <a:pt x="1087945" y="2387600"/>
                </a:lnTo>
                <a:lnTo>
                  <a:pt x="1084160" y="2374900"/>
                </a:lnTo>
                <a:lnTo>
                  <a:pt x="1076833" y="2362200"/>
                </a:lnTo>
                <a:lnTo>
                  <a:pt x="1066380" y="2362200"/>
                </a:lnTo>
                <a:lnTo>
                  <a:pt x="1066380" y="2425700"/>
                </a:lnTo>
                <a:lnTo>
                  <a:pt x="1065847" y="2438400"/>
                </a:lnTo>
                <a:lnTo>
                  <a:pt x="1064602" y="2451100"/>
                </a:lnTo>
                <a:lnTo>
                  <a:pt x="1053007" y="2451100"/>
                </a:lnTo>
                <a:lnTo>
                  <a:pt x="1052995" y="2413000"/>
                </a:lnTo>
                <a:lnTo>
                  <a:pt x="1053274" y="2400300"/>
                </a:lnTo>
                <a:lnTo>
                  <a:pt x="1053998" y="2387600"/>
                </a:lnTo>
                <a:lnTo>
                  <a:pt x="1057897" y="2387600"/>
                </a:lnTo>
                <a:lnTo>
                  <a:pt x="1065593" y="2374900"/>
                </a:lnTo>
                <a:lnTo>
                  <a:pt x="1065745" y="2387600"/>
                </a:lnTo>
                <a:lnTo>
                  <a:pt x="1066317" y="2400300"/>
                </a:lnTo>
                <a:lnTo>
                  <a:pt x="1066380" y="2425700"/>
                </a:lnTo>
                <a:lnTo>
                  <a:pt x="1066380" y="2362200"/>
                </a:lnTo>
                <a:lnTo>
                  <a:pt x="1037831" y="2362200"/>
                </a:lnTo>
                <a:lnTo>
                  <a:pt x="1032103" y="2374900"/>
                </a:lnTo>
                <a:lnTo>
                  <a:pt x="1030058" y="2387600"/>
                </a:lnTo>
                <a:lnTo>
                  <a:pt x="1029360" y="2400300"/>
                </a:lnTo>
                <a:lnTo>
                  <a:pt x="1029296" y="2451100"/>
                </a:lnTo>
                <a:lnTo>
                  <a:pt x="855802" y="2451100"/>
                </a:lnTo>
                <a:lnTo>
                  <a:pt x="864476" y="2438400"/>
                </a:lnTo>
                <a:lnTo>
                  <a:pt x="873213" y="2425700"/>
                </a:lnTo>
                <a:lnTo>
                  <a:pt x="880021" y="2400300"/>
                </a:lnTo>
                <a:lnTo>
                  <a:pt x="882878" y="2387600"/>
                </a:lnTo>
                <a:lnTo>
                  <a:pt x="876452" y="2374900"/>
                </a:lnTo>
                <a:lnTo>
                  <a:pt x="862711" y="2362924"/>
                </a:lnTo>
                <a:lnTo>
                  <a:pt x="862711" y="2387600"/>
                </a:lnTo>
                <a:lnTo>
                  <a:pt x="860386" y="2387600"/>
                </a:lnTo>
                <a:lnTo>
                  <a:pt x="854748" y="2400300"/>
                </a:lnTo>
                <a:lnTo>
                  <a:pt x="847369" y="2413000"/>
                </a:lnTo>
                <a:lnTo>
                  <a:pt x="839254" y="2438400"/>
                </a:lnTo>
                <a:lnTo>
                  <a:pt x="831430" y="2451100"/>
                </a:lnTo>
                <a:lnTo>
                  <a:pt x="815454" y="2451100"/>
                </a:lnTo>
                <a:lnTo>
                  <a:pt x="822515" y="2438400"/>
                </a:lnTo>
                <a:lnTo>
                  <a:pt x="830668" y="2425700"/>
                </a:lnTo>
                <a:lnTo>
                  <a:pt x="839254" y="2400300"/>
                </a:lnTo>
                <a:lnTo>
                  <a:pt x="847610" y="2387600"/>
                </a:lnTo>
                <a:lnTo>
                  <a:pt x="848715" y="2374900"/>
                </a:lnTo>
                <a:lnTo>
                  <a:pt x="862711" y="2387600"/>
                </a:lnTo>
                <a:lnTo>
                  <a:pt x="862711" y="2362924"/>
                </a:lnTo>
                <a:lnTo>
                  <a:pt x="861885" y="2362200"/>
                </a:lnTo>
                <a:lnTo>
                  <a:pt x="844778" y="2362200"/>
                </a:lnTo>
                <a:lnTo>
                  <a:pt x="830707" y="2374900"/>
                </a:lnTo>
                <a:lnTo>
                  <a:pt x="819746" y="2387600"/>
                </a:lnTo>
                <a:lnTo>
                  <a:pt x="809917" y="2413000"/>
                </a:lnTo>
                <a:lnTo>
                  <a:pt x="800011" y="2425700"/>
                </a:lnTo>
                <a:lnTo>
                  <a:pt x="788758" y="2451100"/>
                </a:lnTo>
                <a:lnTo>
                  <a:pt x="781596" y="2451100"/>
                </a:lnTo>
                <a:lnTo>
                  <a:pt x="775068" y="2438400"/>
                </a:lnTo>
                <a:lnTo>
                  <a:pt x="769543" y="2438400"/>
                </a:lnTo>
                <a:lnTo>
                  <a:pt x="764400" y="2425700"/>
                </a:lnTo>
                <a:lnTo>
                  <a:pt x="759015" y="2413000"/>
                </a:lnTo>
                <a:lnTo>
                  <a:pt x="756615" y="2407958"/>
                </a:lnTo>
                <a:lnTo>
                  <a:pt x="756615" y="2451100"/>
                </a:lnTo>
                <a:lnTo>
                  <a:pt x="751078" y="2451100"/>
                </a:lnTo>
                <a:lnTo>
                  <a:pt x="742911" y="2425700"/>
                </a:lnTo>
                <a:lnTo>
                  <a:pt x="734301" y="2413000"/>
                </a:lnTo>
                <a:lnTo>
                  <a:pt x="726008" y="2400300"/>
                </a:lnTo>
                <a:lnTo>
                  <a:pt x="718781" y="2374900"/>
                </a:lnTo>
                <a:lnTo>
                  <a:pt x="723938" y="2387600"/>
                </a:lnTo>
                <a:lnTo>
                  <a:pt x="727468" y="2387600"/>
                </a:lnTo>
                <a:lnTo>
                  <a:pt x="730250" y="2400300"/>
                </a:lnTo>
                <a:lnTo>
                  <a:pt x="733234" y="2400300"/>
                </a:lnTo>
                <a:lnTo>
                  <a:pt x="738822" y="2413000"/>
                </a:lnTo>
                <a:lnTo>
                  <a:pt x="745096" y="2425700"/>
                </a:lnTo>
                <a:lnTo>
                  <a:pt x="751268" y="2438400"/>
                </a:lnTo>
                <a:lnTo>
                  <a:pt x="756615" y="2451100"/>
                </a:lnTo>
                <a:lnTo>
                  <a:pt x="756615" y="2407958"/>
                </a:lnTo>
                <a:lnTo>
                  <a:pt x="741540" y="2362200"/>
                </a:lnTo>
                <a:lnTo>
                  <a:pt x="741464" y="2349500"/>
                </a:lnTo>
                <a:lnTo>
                  <a:pt x="741375" y="2336800"/>
                </a:lnTo>
                <a:lnTo>
                  <a:pt x="741286" y="2324100"/>
                </a:lnTo>
                <a:lnTo>
                  <a:pt x="741197" y="2311400"/>
                </a:lnTo>
                <a:lnTo>
                  <a:pt x="741108" y="2298700"/>
                </a:lnTo>
                <a:lnTo>
                  <a:pt x="741019" y="2273300"/>
                </a:lnTo>
                <a:lnTo>
                  <a:pt x="740930" y="2082800"/>
                </a:lnTo>
                <a:lnTo>
                  <a:pt x="1206969" y="2082800"/>
                </a:lnTo>
                <a:lnTo>
                  <a:pt x="1206969" y="2070100"/>
                </a:lnTo>
                <a:lnTo>
                  <a:pt x="740854" y="2070100"/>
                </a:lnTo>
                <a:lnTo>
                  <a:pt x="740968" y="1320800"/>
                </a:lnTo>
                <a:lnTo>
                  <a:pt x="1244612" y="1320800"/>
                </a:lnTo>
                <a:lnTo>
                  <a:pt x="1244600" y="1308100"/>
                </a:lnTo>
                <a:lnTo>
                  <a:pt x="1244498" y="1244600"/>
                </a:lnTo>
                <a:lnTo>
                  <a:pt x="1244193" y="1231900"/>
                </a:lnTo>
                <a:lnTo>
                  <a:pt x="1235913" y="1231900"/>
                </a:lnTo>
                <a:lnTo>
                  <a:pt x="1235989" y="1308100"/>
                </a:lnTo>
                <a:lnTo>
                  <a:pt x="690753" y="1308100"/>
                </a:lnTo>
                <a:lnTo>
                  <a:pt x="689864" y="1295400"/>
                </a:lnTo>
                <a:lnTo>
                  <a:pt x="689800" y="1244600"/>
                </a:lnTo>
                <a:lnTo>
                  <a:pt x="689673" y="1231900"/>
                </a:lnTo>
                <a:lnTo>
                  <a:pt x="682929" y="1231900"/>
                </a:lnTo>
                <a:lnTo>
                  <a:pt x="682967" y="1244600"/>
                </a:lnTo>
                <a:lnTo>
                  <a:pt x="682574" y="1270000"/>
                </a:lnTo>
                <a:lnTo>
                  <a:pt x="682459" y="1295400"/>
                </a:lnTo>
                <a:lnTo>
                  <a:pt x="683387" y="1320800"/>
                </a:lnTo>
                <a:lnTo>
                  <a:pt x="733767" y="1320800"/>
                </a:lnTo>
                <a:lnTo>
                  <a:pt x="733640" y="2057400"/>
                </a:lnTo>
                <a:lnTo>
                  <a:pt x="733615" y="2070100"/>
                </a:lnTo>
                <a:lnTo>
                  <a:pt x="0" y="2070100"/>
                </a:lnTo>
                <a:lnTo>
                  <a:pt x="0" y="2082800"/>
                </a:lnTo>
                <a:lnTo>
                  <a:pt x="733463" y="2082800"/>
                </a:lnTo>
                <a:lnTo>
                  <a:pt x="733577" y="2095500"/>
                </a:lnTo>
                <a:lnTo>
                  <a:pt x="733704" y="2108200"/>
                </a:lnTo>
                <a:lnTo>
                  <a:pt x="733933" y="2133600"/>
                </a:lnTo>
                <a:lnTo>
                  <a:pt x="733958" y="2336800"/>
                </a:lnTo>
                <a:lnTo>
                  <a:pt x="734072" y="2349500"/>
                </a:lnTo>
                <a:lnTo>
                  <a:pt x="734187" y="2362200"/>
                </a:lnTo>
                <a:lnTo>
                  <a:pt x="728078" y="2349500"/>
                </a:lnTo>
                <a:lnTo>
                  <a:pt x="722871" y="2336800"/>
                </a:lnTo>
                <a:lnTo>
                  <a:pt x="717943" y="2324100"/>
                </a:lnTo>
                <a:lnTo>
                  <a:pt x="713625" y="2313698"/>
                </a:lnTo>
                <a:lnTo>
                  <a:pt x="713625" y="2362200"/>
                </a:lnTo>
                <a:lnTo>
                  <a:pt x="707021" y="2362200"/>
                </a:lnTo>
                <a:lnTo>
                  <a:pt x="703389" y="2349500"/>
                </a:lnTo>
                <a:lnTo>
                  <a:pt x="701268" y="2349500"/>
                </a:lnTo>
                <a:lnTo>
                  <a:pt x="699135" y="2336800"/>
                </a:lnTo>
                <a:lnTo>
                  <a:pt x="705040" y="2336800"/>
                </a:lnTo>
                <a:lnTo>
                  <a:pt x="708914" y="2349500"/>
                </a:lnTo>
                <a:lnTo>
                  <a:pt x="711517" y="2349500"/>
                </a:lnTo>
                <a:lnTo>
                  <a:pt x="713625" y="2362200"/>
                </a:lnTo>
                <a:lnTo>
                  <a:pt x="713625" y="2313698"/>
                </a:lnTo>
                <a:lnTo>
                  <a:pt x="712673" y="2311400"/>
                </a:lnTo>
                <a:lnTo>
                  <a:pt x="703186" y="2311400"/>
                </a:lnTo>
                <a:lnTo>
                  <a:pt x="694156" y="2324100"/>
                </a:lnTo>
                <a:lnTo>
                  <a:pt x="677176" y="2324100"/>
                </a:lnTo>
                <a:lnTo>
                  <a:pt x="690651" y="2362200"/>
                </a:lnTo>
                <a:lnTo>
                  <a:pt x="706107" y="2387600"/>
                </a:lnTo>
                <a:lnTo>
                  <a:pt x="722172" y="2425700"/>
                </a:lnTo>
                <a:lnTo>
                  <a:pt x="737501" y="2451100"/>
                </a:lnTo>
                <a:lnTo>
                  <a:pt x="684834" y="2451100"/>
                </a:lnTo>
                <a:lnTo>
                  <a:pt x="684187" y="2501900"/>
                </a:lnTo>
                <a:lnTo>
                  <a:pt x="684098" y="2527300"/>
                </a:lnTo>
                <a:lnTo>
                  <a:pt x="684009" y="2641600"/>
                </a:lnTo>
                <a:lnTo>
                  <a:pt x="683920" y="2654300"/>
                </a:lnTo>
                <a:lnTo>
                  <a:pt x="683831" y="2667000"/>
                </a:lnTo>
                <a:lnTo>
                  <a:pt x="683742" y="2679700"/>
                </a:lnTo>
                <a:lnTo>
                  <a:pt x="683653" y="2692400"/>
                </a:lnTo>
                <a:lnTo>
                  <a:pt x="583463" y="2692400"/>
                </a:lnTo>
                <a:lnTo>
                  <a:pt x="598017" y="2679700"/>
                </a:lnTo>
                <a:lnTo>
                  <a:pt x="607923" y="2667000"/>
                </a:lnTo>
                <a:lnTo>
                  <a:pt x="613918" y="2654300"/>
                </a:lnTo>
                <a:lnTo>
                  <a:pt x="616762" y="2628900"/>
                </a:lnTo>
                <a:lnTo>
                  <a:pt x="623227" y="2578100"/>
                </a:lnTo>
                <a:lnTo>
                  <a:pt x="629716" y="2527300"/>
                </a:lnTo>
                <a:lnTo>
                  <a:pt x="636257" y="2476500"/>
                </a:lnTo>
                <a:lnTo>
                  <a:pt x="642835" y="2425700"/>
                </a:lnTo>
                <a:lnTo>
                  <a:pt x="649465" y="2374900"/>
                </a:lnTo>
                <a:lnTo>
                  <a:pt x="656158" y="2311400"/>
                </a:lnTo>
                <a:lnTo>
                  <a:pt x="662901" y="2260600"/>
                </a:lnTo>
                <a:lnTo>
                  <a:pt x="669734" y="2209800"/>
                </a:lnTo>
                <a:lnTo>
                  <a:pt x="668286" y="2197100"/>
                </a:lnTo>
                <a:lnTo>
                  <a:pt x="651611" y="2197100"/>
                </a:lnTo>
                <a:lnTo>
                  <a:pt x="645706" y="2209800"/>
                </a:lnTo>
                <a:lnTo>
                  <a:pt x="638771" y="2260600"/>
                </a:lnTo>
                <a:lnTo>
                  <a:pt x="631977" y="2311400"/>
                </a:lnTo>
                <a:lnTo>
                  <a:pt x="625309" y="2362200"/>
                </a:lnTo>
                <a:lnTo>
                  <a:pt x="618718" y="2413000"/>
                </a:lnTo>
                <a:lnTo>
                  <a:pt x="612203" y="2463800"/>
                </a:lnTo>
                <a:lnTo>
                  <a:pt x="605739" y="2514600"/>
                </a:lnTo>
                <a:lnTo>
                  <a:pt x="592848" y="2628900"/>
                </a:lnTo>
                <a:lnTo>
                  <a:pt x="591223" y="2641600"/>
                </a:lnTo>
                <a:lnTo>
                  <a:pt x="589165" y="2654300"/>
                </a:lnTo>
                <a:lnTo>
                  <a:pt x="585495" y="2654300"/>
                </a:lnTo>
                <a:lnTo>
                  <a:pt x="579043" y="2667000"/>
                </a:lnTo>
                <a:lnTo>
                  <a:pt x="568413" y="2679700"/>
                </a:lnTo>
                <a:lnTo>
                  <a:pt x="304927" y="2679700"/>
                </a:lnTo>
                <a:lnTo>
                  <a:pt x="272567" y="2654300"/>
                </a:lnTo>
                <a:lnTo>
                  <a:pt x="244297" y="2590800"/>
                </a:lnTo>
                <a:lnTo>
                  <a:pt x="226009" y="2540000"/>
                </a:lnTo>
                <a:lnTo>
                  <a:pt x="207835" y="2489200"/>
                </a:lnTo>
                <a:lnTo>
                  <a:pt x="189433" y="2438400"/>
                </a:lnTo>
                <a:lnTo>
                  <a:pt x="183108" y="2425700"/>
                </a:lnTo>
                <a:lnTo>
                  <a:pt x="176834" y="2400300"/>
                </a:lnTo>
                <a:lnTo>
                  <a:pt x="169240" y="2387600"/>
                </a:lnTo>
                <a:lnTo>
                  <a:pt x="158965" y="2374900"/>
                </a:lnTo>
                <a:lnTo>
                  <a:pt x="144246" y="2349500"/>
                </a:lnTo>
                <a:lnTo>
                  <a:pt x="126606" y="2349500"/>
                </a:lnTo>
                <a:lnTo>
                  <a:pt x="107327" y="2336800"/>
                </a:lnTo>
                <a:lnTo>
                  <a:pt x="0" y="2336800"/>
                </a:lnTo>
                <a:lnTo>
                  <a:pt x="0" y="2362200"/>
                </a:lnTo>
                <a:lnTo>
                  <a:pt x="108788" y="2362200"/>
                </a:lnTo>
                <a:lnTo>
                  <a:pt x="120738" y="2374900"/>
                </a:lnTo>
                <a:lnTo>
                  <a:pt x="131699" y="2374900"/>
                </a:lnTo>
                <a:lnTo>
                  <a:pt x="139979" y="2387600"/>
                </a:lnTo>
                <a:lnTo>
                  <a:pt x="146138" y="2400300"/>
                </a:lnTo>
                <a:lnTo>
                  <a:pt x="150914" y="2400300"/>
                </a:lnTo>
                <a:lnTo>
                  <a:pt x="155028" y="2413000"/>
                </a:lnTo>
                <a:lnTo>
                  <a:pt x="170522" y="2463800"/>
                </a:lnTo>
                <a:lnTo>
                  <a:pt x="201625" y="2540000"/>
                </a:lnTo>
                <a:lnTo>
                  <a:pt x="217157" y="2590800"/>
                </a:lnTo>
                <a:lnTo>
                  <a:pt x="224129" y="2603500"/>
                </a:lnTo>
                <a:lnTo>
                  <a:pt x="230873" y="2628900"/>
                </a:lnTo>
                <a:lnTo>
                  <a:pt x="238239" y="2641600"/>
                </a:lnTo>
                <a:lnTo>
                  <a:pt x="247091" y="2667000"/>
                </a:lnTo>
                <a:lnTo>
                  <a:pt x="253301" y="2679700"/>
                </a:lnTo>
                <a:lnTo>
                  <a:pt x="261073" y="2679700"/>
                </a:lnTo>
                <a:lnTo>
                  <a:pt x="269976" y="2692400"/>
                </a:lnTo>
                <a:lnTo>
                  <a:pt x="0" y="2692400"/>
                </a:lnTo>
                <a:lnTo>
                  <a:pt x="0" y="2717800"/>
                </a:lnTo>
                <a:lnTo>
                  <a:pt x="1855266" y="2717800"/>
                </a:lnTo>
                <a:lnTo>
                  <a:pt x="1855546" y="2819400"/>
                </a:lnTo>
                <a:lnTo>
                  <a:pt x="1855482" y="2908300"/>
                </a:lnTo>
                <a:lnTo>
                  <a:pt x="1855177" y="2955264"/>
                </a:lnTo>
                <a:lnTo>
                  <a:pt x="1855190" y="2959100"/>
                </a:lnTo>
                <a:lnTo>
                  <a:pt x="1855368" y="3009900"/>
                </a:lnTo>
                <a:lnTo>
                  <a:pt x="1855381" y="3136900"/>
                </a:lnTo>
                <a:lnTo>
                  <a:pt x="1862899" y="3136900"/>
                </a:lnTo>
                <a:lnTo>
                  <a:pt x="1862823" y="2959100"/>
                </a:lnTo>
                <a:lnTo>
                  <a:pt x="1863280" y="2959100"/>
                </a:lnTo>
                <a:lnTo>
                  <a:pt x="1863242" y="2955264"/>
                </a:lnTo>
                <a:lnTo>
                  <a:pt x="1862886" y="2908300"/>
                </a:lnTo>
                <a:lnTo>
                  <a:pt x="1862734" y="2857500"/>
                </a:lnTo>
                <a:lnTo>
                  <a:pt x="1862861" y="2717800"/>
                </a:lnTo>
                <a:lnTo>
                  <a:pt x="3902354" y="2717800"/>
                </a:lnTo>
                <a:lnTo>
                  <a:pt x="3902418" y="2273300"/>
                </a:lnTo>
                <a:lnTo>
                  <a:pt x="3902418" y="2235200"/>
                </a:lnTo>
                <a:lnTo>
                  <a:pt x="3902468" y="1879600"/>
                </a:lnTo>
                <a:lnTo>
                  <a:pt x="3870172" y="1879600"/>
                </a:lnTo>
                <a:lnTo>
                  <a:pt x="3870172" y="2235200"/>
                </a:lnTo>
                <a:lnTo>
                  <a:pt x="3870007" y="2247900"/>
                </a:lnTo>
                <a:lnTo>
                  <a:pt x="3869918" y="2260600"/>
                </a:lnTo>
                <a:lnTo>
                  <a:pt x="3869829" y="2273300"/>
                </a:lnTo>
                <a:lnTo>
                  <a:pt x="3629710" y="2273300"/>
                </a:lnTo>
                <a:lnTo>
                  <a:pt x="3629355" y="2260600"/>
                </a:lnTo>
                <a:lnTo>
                  <a:pt x="3629164" y="2247900"/>
                </a:lnTo>
                <a:lnTo>
                  <a:pt x="3629152" y="2235200"/>
                </a:lnTo>
                <a:lnTo>
                  <a:pt x="3870172" y="2235200"/>
                </a:lnTo>
                <a:lnTo>
                  <a:pt x="3870172" y="1879600"/>
                </a:lnTo>
                <a:lnTo>
                  <a:pt x="3722725" y="1879600"/>
                </a:lnTo>
                <a:lnTo>
                  <a:pt x="3722763" y="1104900"/>
                </a:lnTo>
                <a:lnTo>
                  <a:pt x="3903002" y="1104900"/>
                </a:lnTo>
                <a:lnTo>
                  <a:pt x="3902710" y="1092200"/>
                </a:lnTo>
                <a:lnTo>
                  <a:pt x="3902481" y="1092200"/>
                </a:lnTo>
                <a:lnTo>
                  <a:pt x="3902303" y="1079500"/>
                </a:lnTo>
                <a:lnTo>
                  <a:pt x="3697948" y="1079500"/>
                </a:lnTo>
                <a:lnTo>
                  <a:pt x="3697948" y="1879600"/>
                </a:lnTo>
                <a:lnTo>
                  <a:pt x="3328771" y="1879600"/>
                </a:lnTo>
                <a:lnTo>
                  <a:pt x="3328733" y="1104900"/>
                </a:lnTo>
                <a:lnTo>
                  <a:pt x="3697300" y="1104900"/>
                </a:lnTo>
                <a:lnTo>
                  <a:pt x="3697363" y="1117600"/>
                </a:lnTo>
                <a:lnTo>
                  <a:pt x="3697440" y="1130300"/>
                </a:lnTo>
                <a:lnTo>
                  <a:pt x="3697516" y="1143000"/>
                </a:lnTo>
                <a:lnTo>
                  <a:pt x="3697592" y="1155700"/>
                </a:lnTo>
                <a:lnTo>
                  <a:pt x="3697706" y="1181100"/>
                </a:lnTo>
                <a:lnTo>
                  <a:pt x="3697808" y="1206500"/>
                </a:lnTo>
                <a:lnTo>
                  <a:pt x="3697935" y="1244600"/>
                </a:lnTo>
                <a:lnTo>
                  <a:pt x="3697948" y="1879600"/>
                </a:lnTo>
                <a:lnTo>
                  <a:pt x="3697948" y="1079500"/>
                </a:lnTo>
                <a:lnTo>
                  <a:pt x="3328200" y="1079500"/>
                </a:lnTo>
                <a:lnTo>
                  <a:pt x="3328212" y="1016000"/>
                </a:lnTo>
                <a:lnTo>
                  <a:pt x="3328581" y="1003300"/>
                </a:lnTo>
                <a:lnTo>
                  <a:pt x="3902240" y="1003300"/>
                </a:lnTo>
                <a:lnTo>
                  <a:pt x="3902506" y="977900"/>
                </a:lnTo>
                <a:lnTo>
                  <a:pt x="3902481" y="939800"/>
                </a:lnTo>
                <a:lnTo>
                  <a:pt x="3903154" y="914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5347" y="5492948"/>
            <a:ext cx="227411" cy="15562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1297" y="3390471"/>
            <a:ext cx="170590" cy="8176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23708" y="4728181"/>
            <a:ext cx="72041" cy="70102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561312" y="3649001"/>
            <a:ext cx="2534920" cy="339090"/>
          </a:xfrm>
          <a:custGeom>
            <a:avLst/>
            <a:gdLst/>
            <a:ahLst/>
            <a:cxnLst/>
            <a:rect l="l" t="t" r="r" b="b"/>
            <a:pathLst>
              <a:path w="2534920" h="339089">
                <a:moveTo>
                  <a:pt x="49225" y="29032"/>
                </a:moveTo>
                <a:lnTo>
                  <a:pt x="47764" y="14808"/>
                </a:lnTo>
                <a:lnTo>
                  <a:pt x="38341" y="4343"/>
                </a:lnTo>
                <a:lnTo>
                  <a:pt x="24828" y="0"/>
                </a:lnTo>
                <a:lnTo>
                  <a:pt x="11087" y="4165"/>
                </a:lnTo>
                <a:lnTo>
                  <a:pt x="2552" y="13220"/>
                </a:lnTo>
                <a:lnTo>
                  <a:pt x="0" y="25323"/>
                </a:lnTo>
                <a:lnTo>
                  <a:pt x="3378" y="37198"/>
                </a:lnTo>
                <a:lnTo>
                  <a:pt x="12611" y="45542"/>
                </a:lnTo>
                <a:lnTo>
                  <a:pt x="23901" y="48793"/>
                </a:lnTo>
                <a:lnTo>
                  <a:pt x="35318" y="46672"/>
                </a:lnTo>
                <a:lnTo>
                  <a:pt x="44526" y="39852"/>
                </a:lnTo>
                <a:lnTo>
                  <a:pt x="49225" y="29032"/>
                </a:lnTo>
                <a:close/>
              </a:path>
              <a:path w="2534920" h="339089">
                <a:moveTo>
                  <a:pt x="242836" y="299275"/>
                </a:moveTo>
                <a:lnTo>
                  <a:pt x="240131" y="296024"/>
                </a:lnTo>
                <a:lnTo>
                  <a:pt x="239826" y="289356"/>
                </a:lnTo>
                <a:lnTo>
                  <a:pt x="234797" y="289128"/>
                </a:lnTo>
                <a:lnTo>
                  <a:pt x="217195" y="288632"/>
                </a:lnTo>
                <a:lnTo>
                  <a:pt x="181952" y="288239"/>
                </a:lnTo>
                <a:lnTo>
                  <a:pt x="164350" y="287794"/>
                </a:lnTo>
                <a:lnTo>
                  <a:pt x="159931" y="282740"/>
                </a:lnTo>
                <a:lnTo>
                  <a:pt x="154520" y="281838"/>
                </a:lnTo>
                <a:lnTo>
                  <a:pt x="148945" y="284111"/>
                </a:lnTo>
                <a:lnTo>
                  <a:pt x="144030" y="288556"/>
                </a:lnTo>
                <a:lnTo>
                  <a:pt x="147345" y="292709"/>
                </a:lnTo>
                <a:lnTo>
                  <a:pt x="150317" y="297319"/>
                </a:lnTo>
                <a:lnTo>
                  <a:pt x="154597" y="300685"/>
                </a:lnTo>
                <a:lnTo>
                  <a:pt x="169049" y="300977"/>
                </a:lnTo>
                <a:lnTo>
                  <a:pt x="183540" y="301002"/>
                </a:lnTo>
                <a:lnTo>
                  <a:pt x="198018" y="301231"/>
                </a:lnTo>
                <a:lnTo>
                  <a:pt x="212483" y="302133"/>
                </a:lnTo>
                <a:lnTo>
                  <a:pt x="192963" y="313448"/>
                </a:lnTo>
                <a:lnTo>
                  <a:pt x="183451" y="319481"/>
                </a:lnTo>
                <a:lnTo>
                  <a:pt x="174421" y="326237"/>
                </a:lnTo>
                <a:lnTo>
                  <a:pt x="177965" y="329171"/>
                </a:lnTo>
                <a:lnTo>
                  <a:pt x="182664" y="338975"/>
                </a:lnTo>
                <a:lnTo>
                  <a:pt x="188341" y="333324"/>
                </a:lnTo>
                <a:lnTo>
                  <a:pt x="201701" y="324396"/>
                </a:lnTo>
                <a:lnTo>
                  <a:pt x="215379" y="315950"/>
                </a:lnTo>
                <a:lnTo>
                  <a:pt x="229158" y="307695"/>
                </a:lnTo>
                <a:lnTo>
                  <a:pt x="242836" y="299275"/>
                </a:lnTo>
                <a:close/>
              </a:path>
              <a:path w="2534920" h="339089">
                <a:moveTo>
                  <a:pt x="360959" y="48056"/>
                </a:moveTo>
                <a:lnTo>
                  <a:pt x="360908" y="33972"/>
                </a:lnTo>
                <a:lnTo>
                  <a:pt x="353123" y="22529"/>
                </a:lnTo>
                <a:lnTo>
                  <a:pt x="340728" y="16484"/>
                </a:lnTo>
                <a:lnTo>
                  <a:pt x="326821" y="18618"/>
                </a:lnTo>
                <a:lnTo>
                  <a:pt x="318147" y="24841"/>
                </a:lnTo>
                <a:lnTo>
                  <a:pt x="313093" y="34086"/>
                </a:lnTo>
                <a:lnTo>
                  <a:pt x="312407" y="44500"/>
                </a:lnTo>
                <a:lnTo>
                  <a:pt x="316865" y="54203"/>
                </a:lnTo>
                <a:lnTo>
                  <a:pt x="327520" y="62636"/>
                </a:lnTo>
                <a:lnTo>
                  <a:pt x="341071" y="64300"/>
                </a:lnTo>
                <a:lnTo>
                  <a:pt x="353542" y="59385"/>
                </a:lnTo>
                <a:lnTo>
                  <a:pt x="360959" y="48056"/>
                </a:lnTo>
                <a:close/>
              </a:path>
              <a:path w="2534920" h="339089">
                <a:moveTo>
                  <a:pt x="2534424" y="138150"/>
                </a:moveTo>
                <a:lnTo>
                  <a:pt x="2422067" y="138150"/>
                </a:lnTo>
                <a:lnTo>
                  <a:pt x="2422067" y="155930"/>
                </a:lnTo>
                <a:lnTo>
                  <a:pt x="2422194" y="155930"/>
                </a:lnTo>
                <a:lnTo>
                  <a:pt x="2422194" y="164820"/>
                </a:lnTo>
                <a:lnTo>
                  <a:pt x="2422233" y="173710"/>
                </a:lnTo>
                <a:lnTo>
                  <a:pt x="2422245" y="182600"/>
                </a:lnTo>
                <a:lnTo>
                  <a:pt x="2422233" y="191490"/>
                </a:lnTo>
                <a:lnTo>
                  <a:pt x="2422220" y="192760"/>
                </a:lnTo>
                <a:lnTo>
                  <a:pt x="2422207" y="209270"/>
                </a:lnTo>
                <a:lnTo>
                  <a:pt x="2431110" y="209270"/>
                </a:lnTo>
                <a:lnTo>
                  <a:pt x="2431110" y="210540"/>
                </a:lnTo>
                <a:lnTo>
                  <a:pt x="2534424" y="210540"/>
                </a:lnTo>
                <a:lnTo>
                  <a:pt x="2534424" y="209270"/>
                </a:lnTo>
                <a:lnTo>
                  <a:pt x="2534424" y="192760"/>
                </a:lnTo>
                <a:lnTo>
                  <a:pt x="2457285" y="192760"/>
                </a:lnTo>
                <a:lnTo>
                  <a:pt x="2457285" y="191490"/>
                </a:lnTo>
                <a:lnTo>
                  <a:pt x="2438158" y="191490"/>
                </a:lnTo>
                <a:lnTo>
                  <a:pt x="2438158" y="182600"/>
                </a:lnTo>
                <a:lnTo>
                  <a:pt x="2438044" y="173710"/>
                </a:lnTo>
                <a:lnTo>
                  <a:pt x="2438019" y="164820"/>
                </a:lnTo>
                <a:lnTo>
                  <a:pt x="2438108" y="155930"/>
                </a:lnTo>
                <a:lnTo>
                  <a:pt x="2534424" y="155930"/>
                </a:lnTo>
                <a:lnTo>
                  <a:pt x="2534424" y="138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4338" y="4240587"/>
            <a:ext cx="71411" cy="6951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19606" y="4726493"/>
            <a:ext cx="194157" cy="732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374300"/>
            <a:ext cx="10255250" cy="475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484137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4" y="1922303"/>
            <a:ext cx="1016254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7365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97395" y="1583630"/>
            <a:ext cx="132715" cy="41910"/>
          </a:xfrm>
          <a:custGeom>
            <a:avLst/>
            <a:gdLst/>
            <a:ahLst/>
            <a:cxnLst/>
            <a:rect l="l" t="t" r="r" b="b"/>
            <a:pathLst>
              <a:path w="132715" h="41909">
                <a:moveTo>
                  <a:pt x="132603" y="41889"/>
                </a:moveTo>
                <a:lnTo>
                  <a:pt x="16914" y="41815"/>
                </a:lnTo>
                <a:lnTo>
                  <a:pt x="5332" y="36641"/>
                </a:lnTo>
                <a:lnTo>
                  <a:pt x="0" y="25419"/>
                </a:lnTo>
                <a:lnTo>
                  <a:pt x="1316" y="12758"/>
                </a:lnTo>
                <a:lnTo>
                  <a:pt x="9683" y="3269"/>
                </a:lnTo>
                <a:lnTo>
                  <a:pt x="16807" y="919"/>
                </a:lnTo>
                <a:lnTo>
                  <a:pt x="24279" y="78"/>
                </a:lnTo>
                <a:lnTo>
                  <a:pt x="39488" y="0"/>
                </a:lnTo>
                <a:lnTo>
                  <a:pt x="91220" y="174"/>
                </a:lnTo>
                <a:lnTo>
                  <a:pt x="132603" y="125"/>
                </a:lnTo>
                <a:lnTo>
                  <a:pt x="132603" y="41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1123" y="1705650"/>
            <a:ext cx="5598629" cy="375878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143749" y="5424430"/>
            <a:ext cx="4286250" cy="40005"/>
          </a:xfrm>
          <a:custGeom>
            <a:avLst/>
            <a:gdLst/>
            <a:ahLst/>
            <a:cxnLst/>
            <a:rect l="l" t="t" r="r" b="b"/>
            <a:pathLst>
              <a:path w="4286250" h="40004">
                <a:moveTo>
                  <a:pt x="4286249" y="39445"/>
                </a:moveTo>
                <a:lnTo>
                  <a:pt x="0" y="39445"/>
                </a:lnTo>
                <a:lnTo>
                  <a:pt x="0" y="0"/>
                </a:lnTo>
                <a:lnTo>
                  <a:pt x="4286249" y="0"/>
                </a:lnTo>
                <a:lnTo>
                  <a:pt x="4286249" y="394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73422" y="2253803"/>
            <a:ext cx="104139" cy="62230"/>
          </a:xfrm>
          <a:custGeom>
            <a:avLst/>
            <a:gdLst/>
            <a:ahLst/>
            <a:cxnLst/>
            <a:rect l="l" t="t" r="r" b="b"/>
            <a:pathLst>
              <a:path w="104140" h="62230">
                <a:moveTo>
                  <a:pt x="21221" y="61720"/>
                </a:moveTo>
                <a:lnTo>
                  <a:pt x="11627" y="60490"/>
                </a:lnTo>
                <a:lnTo>
                  <a:pt x="4780" y="54027"/>
                </a:lnTo>
                <a:lnTo>
                  <a:pt x="568" y="45383"/>
                </a:lnTo>
                <a:lnTo>
                  <a:pt x="0" y="36102"/>
                </a:lnTo>
                <a:lnTo>
                  <a:pt x="4082" y="27730"/>
                </a:lnTo>
                <a:lnTo>
                  <a:pt x="15135" y="20677"/>
                </a:lnTo>
                <a:lnTo>
                  <a:pt x="27190" y="15499"/>
                </a:lnTo>
                <a:lnTo>
                  <a:pt x="52185" y="7042"/>
                </a:lnTo>
                <a:lnTo>
                  <a:pt x="59730" y="4401"/>
                </a:lnTo>
                <a:lnTo>
                  <a:pt x="67402" y="2075"/>
                </a:lnTo>
                <a:lnTo>
                  <a:pt x="75262" y="0"/>
                </a:lnTo>
                <a:lnTo>
                  <a:pt x="88453" y="153"/>
                </a:lnTo>
                <a:lnTo>
                  <a:pt x="99109" y="8488"/>
                </a:lnTo>
                <a:lnTo>
                  <a:pt x="104035" y="20974"/>
                </a:lnTo>
                <a:lnTo>
                  <a:pt x="100037" y="33577"/>
                </a:lnTo>
                <a:lnTo>
                  <a:pt x="88672" y="41276"/>
                </a:lnTo>
                <a:lnTo>
                  <a:pt x="75946" y="46358"/>
                </a:lnTo>
                <a:lnTo>
                  <a:pt x="62642" y="50237"/>
                </a:lnTo>
                <a:lnTo>
                  <a:pt x="49544" y="54328"/>
                </a:lnTo>
                <a:lnTo>
                  <a:pt x="40197" y="57130"/>
                </a:lnTo>
                <a:lnTo>
                  <a:pt x="30751" y="60097"/>
                </a:lnTo>
                <a:lnTo>
                  <a:pt x="21221" y="61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4" y="1660175"/>
            <a:ext cx="5641340" cy="9423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spc="-95" dirty="0"/>
              <a:t>Document</a:t>
            </a:r>
            <a:r>
              <a:rPr spc="-55" dirty="0"/>
              <a:t> </a:t>
            </a:r>
            <a:r>
              <a:rPr spc="-75" dirty="0"/>
              <a:t>Classification</a:t>
            </a:r>
            <a:r>
              <a:rPr spc="-55" dirty="0"/>
              <a:t> </a:t>
            </a:r>
            <a:r>
              <a:rPr spc="-25" dirty="0"/>
              <a:t>using </a:t>
            </a:r>
            <a:r>
              <a:rPr spc="-45" dirty="0"/>
              <a:t>NLP</a:t>
            </a:r>
            <a:r>
              <a:rPr spc="-13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7374" y="2866231"/>
            <a:ext cx="1741170" cy="18345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Machine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Learning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Project</a:t>
            </a:r>
            <a:endParaRPr sz="1150" dirty="0">
              <a:latin typeface="Georgia"/>
              <a:cs typeface="Georgia"/>
            </a:endParaRPr>
          </a:p>
          <a:p>
            <a:pPr marL="12700" marR="426720">
              <a:lnSpc>
                <a:spcPct val="231900"/>
              </a:lnSpc>
              <a:spcBef>
                <a:spcPts val="2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Riddhi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Sharma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Mahi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Amit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Randive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Deepti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Tripathi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Tanay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Naik</a:t>
            </a:r>
            <a:endParaRPr sz="115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1164875"/>
            <a:ext cx="7122159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What</a:t>
            </a:r>
            <a:r>
              <a:rPr spc="-80" dirty="0"/>
              <a:t> </a:t>
            </a:r>
            <a:r>
              <a:rPr dirty="0"/>
              <a:t>is</a:t>
            </a:r>
            <a:r>
              <a:rPr spc="-80" dirty="0"/>
              <a:t> Natural</a:t>
            </a:r>
            <a:r>
              <a:rPr spc="-75" dirty="0"/>
              <a:t> </a:t>
            </a:r>
            <a:r>
              <a:rPr spc="-85" dirty="0"/>
              <a:t>Language</a:t>
            </a:r>
            <a:r>
              <a:rPr spc="-80" dirty="0"/>
              <a:t> </a:t>
            </a:r>
            <a:r>
              <a:rPr spc="-50" dirty="0"/>
              <a:t>Processing?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/>
              <a:t>Natural</a:t>
            </a:r>
            <a:r>
              <a:rPr spc="85" dirty="0"/>
              <a:t> </a:t>
            </a:r>
            <a:r>
              <a:rPr dirty="0"/>
              <a:t>Language</a:t>
            </a:r>
            <a:r>
              <a:rPr spc="85" dirty="0"/>
              <a:t> </a:t>
            </a:r>
            <a:r>
              <a:rPr dirty="0"/>
              <a:t>Processing</a:t>
            </a:r>
            <a:r>
              <a:rPr spc="85" dirty="0"/>
              <a:t> </a:t>
            </a:r>
            <a:r>
              <a:rPr dirty="0"/>
              <a:t>(NLP)</a:t>
            </a:r>
            <a:r>
              <a:rPr spc="85" dirty="0"/>
              <a:t> </a:t>
            </a:r>
            <a:r>
              <a:rPr dirty="0"/>
              <a:t>is</a:t>
            </a:r>
            <a:r>
              <a:rPr spc="85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dirty="0"/>
              <a:t>branch</a:t>
            </a:r>
            <a:r>
              <a:rPr spc="85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artificial</a:t>
            </a:r>
            <a:r>
              <a:rPr spc="85" dirty="0"/>
              <a:t> </a:t>
            </a:r>
            <a:r>
              <a:rPr dirty="0"/>
              <a:t>intelligence</a:t>
            </a:r>
            <a:r>
              <a:rPr spc="85" dirty="0"/>
              <a:t> </a:t>
            </a:r>
            <a:r>
              <a:rPr dirty="0"/>
              <a:t>that</a:t>
            </a:r>
            <a:r>
              <a:rPr spc="85" dirty="0"/>
              <a:t> </a:t>
            </a:r>
            <a:r>
              <a:rPr dirty="0"/>
              <a:t>helps</a:t>
            </a:r>
            <a:r>
              <a:rPr spc="85" dirty="0"/>
              <a:t> </a:t>
            </a:r>
            <a:r>
              <a:rPr dirty="0"/>
              <a:t>computers</a:t>
            </a:r>
            <a:r>
              <a:rPr spc="85" dirty="0"/>
              <a:t> </a:t>
            </a:r>
            <a:r>
              <a:rPr dirty="0"/>
              <a:t>understand,</a:t>
            </a:r>
            <a:r>
              <a:rPr spc="85" dirty="0"/>
              <a:t> </a:t>
            </a:r>
            <a:r>
              <a:rPr dirty="0"/>
              <a:t>interpret,</a:t>
            </a:r>
            <a:r>
              <a:rPr spc="85" dirty="0"/>
              <a:t> </a:t>
            </a:r>
            <a:r>
              <a:rPr dirty="0"/>
              <a:t>and</a:t>
            </a:r>
            <a:r>
              <a:rPr spc="90" dirty="0"/>
              <a:t> </a:t>
            </a:r>
            <a:r>
              <a:rPr dirty="0"/>
              <a:t>generate</a:t>
            </a:r>
            <a:r>
              <a:rPr spc="85" dirty="0"/>
              <a:t> </a:t>
            </a:r>
            <a:r>
              <a:rPr dirty="0"/>
              <a:t>human</a:t>
            </a:r>
            <a:r>
              <a:rPr spc="85" dirty="0"/>
              <a:t> </a:t>
            </a:r>
            <a:r>
              <a:rPr dirty="0"/>
              <a:t>language.</a:t>
            </a:r>
            <a:r>
              <a:rPr spc="85" dirty="0"/>
              <a:t> </a:t>
            </a:r>
            <a:r>
              <a:rPr spc="-10" dirty="0"/>
              <a:t>Think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it</a:t>
            </a:r>
            <a:r>
              <a:rPr spc="60" dirty="0"/>
              <a:t> </a:t>
            </a:r>
            <a:r>
              <a:rPr dirty="0"/>
              <a:t>as</a:t>
            </a:r>
            <a:r>
              <a:rPr spc="60" dirty="0"/>
              <a:t> </a:t>
            </a:r>
            <a:r>
              <a:rPr dirty="0"/>
              <a:t>teaching</a:t>
            </a:r>
            <a:r>
              <a:rPr spc="60" dirty="0"/>
              <a:t> </a:t>
            </a:r>
            <a:r>
              <a:rPr dirty="0"/>
              <a:t>machines</a:t>
            </a:r>
            <a:r>
              <a:rPr spc="6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communicate</a:t>
            </a:r>
            <a:r>
              <a:rPr spc="65" dirty="0"/>
              <a:t> </a:t>
            </a:r>
            <a:r>
              <a:rPr dirty="0"/>
              <a:t>with</a:t>
            </a:r>
            <a:r>
              <a:rPr spc="60" dirty="0"/>
              <a:t> </a:t>
            </a:r>
            <a:r>
              <a:rPr dirty="0"/>
              <a:t>us</a:t>
            </a:r>
            <a:r>
              <a:rPr spc="60" dirty="0"/>
              <a:t> </a:t>
            </a:r>
            <a:r>
              <a:rPr dirty="0"/>
              <a:t>in</a:t>
            </a:r>
            <a:r>
              <a:rPr spc="60" dirty="0"/>
              <a:t> </a:t>
            </a:r>
            <a:r>
              <a:rPr dirty="0"/>
              <a:t>our</a:t>
            </a:r>
            <a:r>
              <a:rPr spc="60" dirty="0"/>
              <a:t> </a:t>
            </a:r>
            <a:r>
              <a:rPr dirty="0"/>
              <a:t>own</a:t>
            </a:r>
            <a:r>
              <a:rPr spc="60" dirty="0"/>
              <a:t> </a:t>
            </a:r>
            <a:r>
              <a:rPr dirty="0"/>
              <a:t>language</a:t>
            </a:r>
            <a:r>
              <a:rPr spc="60" dirty="0"/>
              <a:t> </a:t>
            </a:r>
            <a:r>
              <a:rPr dirty="0"/>
              <a:t>rather</a:t>
            </a:r>
            <a:r>
              <a:rPr spc="65" dirty="0"/>
              <a:t> </a:t>
            </a:r>
            <a:r>
              <a:rPr dirty="0"/>
              <a:t>than</a:t>
            </a:r>
            <a:r>
              <a:rPr spc="60" dirty="0"/>
              <a:t> </a:t>
            </a:r>
            <a:r>
              <a:rPr dirty="0"/>
              <a:t>requiring</a:t>
            </a:r>
            <a:r>
              <a:rPr spc="60" dirty="0"/>
              <a:t> </a:t>
            </a:r>
            <a:r>
              <a:rPr dirty="0"/>
              <a:t>us</a:t>
            </a:r>
            <a:r>
              <a:rPr spc="6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learn</a:t>
            </a:r>
            <a:r>
              <a:rPr spc="60" dirty="0"/>
              <a:t> </a:t>
            </a:r>
            <a:r>
              <a:rPr dirty="0"/>
              <a:t>computer</a:t>
            </a:r>
            <a:r>
              <a:rPr spc="65" dirty="0"/>
              <a:t> </a:t>
            </a:r>
            <a:r>
              <a:rPr spc="-10" dirty="0"/>
              <a:t>code.</a:t>
            </a: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/>
              <a:t>Text</a:t>
            </a:r>
            <a:r>
              <a:rPr spc="60" dirty="0"/>
              <a:t> </a:t>
            </a:r>
            <a:r>
              <a:rPr dirty="0"/>
              <a:t>classification</a:t>
            </a:r>
            <a:r>
              <a:rPr spc="6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dirty="0"/>
              <a:t>one</a:t>
            </a:r>
            <a:r>
              <a:rPr spc="6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most</a:t>
            </a:r>
            <a:r>
              <a:rPr spc="60" dirty="0"/>
              <a:t> </a:t>
            </a:r>
            <a:r>
              <a:rPr dirty="0"/>
              <a:t>practical</a:t>
            </a:r>
            <a:r>
              <a:rPr spc="65" dirty="0"/>
              <a:t> </a:t>
            </a:r>
            <a:r>
              <a:rPr dirty="0"/>
              <a:t>applications</a:t>
            </a:r>
            <a:r>
              <a:rPr spc="60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NLP.</a:t>
            </a:r>
            <a:r>
              <a:rPr spc="60" dirty="0"/>
              <a:t> </a:t>
            </a:r>
            <a:r>
              <a:rPr dirty="0"/>
              <a:t>It's</a:t>
            </a:r>
            <a:r>
              <a:rPr spc="65" dirty="0"/>
              <a:t> </a:t>
            </a:r>
            <a:r>
              <a:rPr dirty="0"/>
              <a:t>like</a:t>
            </a:r>
            <a:r>
              <a:rPr spc="60" dirty="0"/>
              <a:t> </a:t>
            </a:r>
            <a:r>
              <a:rPr dirty="0"/>
              <a:t>teaching</a:t>
            </a:r>
            <a:r>
              <a:rPr spc="6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computer</a:t>
            </a:r>
            <a:r>
              <a:rPr spc="65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sort</a:t>
            </a:r>
            <a:r>
              <a:rPr spc="60" dirty="0"/>
              <a:t> </a:t>
            </a:r>
            <a:r>
              <a:rPr dirty="0"/>
              <a:t>your</a:t>
            </a:r>
            <a:r>
              <a:rPr spc="60" dirty="0"/>
              <a:t> </a:t>
            </a:r>
            <a:r>
              <a:rPr dirty="0"/>
              <a:t>emails,</a:t>
            </a:r>
            <a:r>
              <a:rPr spc="65" dirty="0"/>
              <a:t> </a:t>
            </a:r>
            <a:r>
              <a:rPr dirty="0"/>
              <a:t>news</a:t>
            </a:r>
            <a:r>
              <a:rPr spc="60" dirty="0"/>
              <a:t> </a:t>
            </a:r>
            <a:r>
              <a:rPr dirty="0"/>
              <a:t>articles,</a:t>
            </a:r>
            <a:r>
              <a:rPr spc="60" dirty="0"/>
              <a:t> </a:t>
            </a:r>
            <a:r>
              <a:rPr dirty="0"/>
              <a:t>or</a:t>
            </a:r>
            <a:r>
              <a:rPr spc="65" dirty="0"/>
              <a:t> </a:t>
            </a:r>
            <a:r>
              <a:rPr dirty="0"/>
              <a:t>documents</a:t>
            </a:r>
            <a:r>
              <a:rPr spc="60" dirty="0"/>
              <a:t> </a:t>
            </a:r>
            <a:r>
              <a:rPr spc="-20" dirty="0"/>
              <a:t>into</a:t>
            </a:r>
          </a:p>
          <a:p>
            <a:pPr marL="12700" marR="40640">
              <a:lnSpc>
                <a:spcPts val="1950"/>
              </a:lnSpc>
              <a:spcBef>
                <a:spcPts val="30"/>
              </a:spcBef>
            </a:pPr>
            <a:r>
              <a:rPr dirty="0"/>
              <a:t>categories</a:t>
            </a:r>
            <a:r>
              <a:rPr spc="75" dirty="0"/>
              <a:t> </a:t>
            </a:r>
            <a:r>
              <a:rPr dirty="0"/>
              <a:t>automatically.</a:t>
            </a:r>
            <a:r>
              <a:rPr spc="75" dirty="0"/>
              <a:t> </a:t>
            </a:r>
            <a:r>
              <a:rPr dirty="0"/>
              <a:t>Imagine</a:t>
            </a:r>
            <a:r>
              <a:rPr spc="75" dirty="0"/>
              <a:t> </a:t>
            </a:r>
            <a:r>
              <a:rPr dirty="0"/>
              <a:t>having</a:t>
            </a:r>
            <a:r>
              <a:rPr spc="75" dirty="0"/>
              <a:t> </a:t>
            </a:r>
            <a:r>
              <a:rPr dirty="0"/>
              <a:t>thousands</a:t>
            </a:r>
            <a:r>
              <a:rPr spc="75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documents</a:t>
            </a:r>
            <a:r>
              <a:rPr spc="7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needing</a:t>
            </a:r>
            <a:r>
              <a:rPr spc="75" dirty="0"/>
              <a:t> </a:t>
            </a:r>
            <a:r>
              <a:rPr dirty="0"/>
              <a:t>to</a:t>
            </a:r>
            <a:r>
              <a:rPr spc="75" dirty="0"/>
              <a:t> </a:t>
            </a:r>
            <a:r>
              <a:rPr dirty="0"/>
              <a:t>organize</a:t>
            </a:r>
            <a:r>
              <a:rPr spc="75" dirty="0"/>
              <a:t> </a:t>
            </a:r>
            <a:r>
              <a:rPr dirty="0"/>
              <a:t>them</a:t>
            </a:r>
            <a:r>
              <a:rPr spc="75" dirty="0"/>
              <a:t> </a:t>
            </a:r>
            <a:r>
              <a:rPr dirty="0"/>
              <a:t>-</a:t>
            </a:r>
            <a:r>
              <a:rPr spc="80" dirty="0"/>
              <a:t> </a:t>
            </a:r>
            <a:r>
              <a:rPr dirty="0"/>
              <a:t>manual</a:t>
            </a:r>
            <a:r>
              <a:rPr spc="75" dirty="0"/>
              <a:t> </a:t>
            </a:r>
            <a:r>
              <a:rPr dirty="0"/>
              <a:t>sorting</a:t>
            </a:r>
            <a:r>
              <a:rPr spc="75" dirty="0"/>
              <a:t> </a:t>
            </a:r>
            <a:r>
              <a:rPr dirty="0"/>
              <a:t>would</a:t>
            </a:r>
            <a:r>
              <a:rPr spc="75" dirty="0"/>
              <a:t> </a:t>
            </a:r>
            <a:r>
              <a:rPr dirty="0"/>
              <a:t>take</a:t>
            </a:r>
            <a:r>
              <a:rPr spc="75" dirty="0"/>
              <a:t> </a:t>
            </a:r>
            <a:r>
              <a:rPr dirty="0"/>
              <a:t>forever,</a:t>
            </a:r>
            <a:r>
              <a:rPr spc="75" dirty="0"/>
              <a:t> </a:t>
            </a:r>
            <a:r>
              <a:rPr dirty="0"/>
              <a:t>but</a:t>
            </a:r>
            <a:r>
              <a:rPr spc="80" dirty="0"/>
              <a:t> </a:t>
            </a:r>
            <a:r>
              <a:rPr dirty="0"/>
              <a:t>an</a:t>
            </a:r>
            <a:r>
              <a:rPr spc="75" dirty="0"/>
              <a:t> </a:t>
            </a:r>
            <a:r>
              <a:rPr dirty="0"/>
              <a:t>NLP</a:t>
            </a:r>
            <a:r>
              <a:rPr spc="75" dirty="0"/>
              <a:t> </a:t>
            </a:r>
            <a:r>
              <a:rPr spc="-10" dirty="0"/>
              <a:t>system </a:t>
            </a:r>
            <a:r>
              <a:rPr dirty="0"/>
              <a:t>can</a:t>
            </a:r>
            <a:r>
              <a:rPr spc="35" dirty="0"/>
              <a:t> </a:t>
            </a:r>
            <a:r>
              <a:rPr dirty="0"/>
              <a:t>do</a:t>
            </a:r>
            <a:r>
              <a:rPr spc="35" dirty="0"/>
              <a:t> </a:t>
            </a:r>
            <a:r>
              <a:rPr dirty="0"/>
              <a:t>it</a:t>
            </a:r>
            <a:r>
              <a:rPr spc="35" dirty="0"/>
              <a:t> </a:t>
            </a:r>
            <a:r>
              <a:rPr dirty="0"/>
              <a:t>in</a:t>
            </a:r>
            <a:r>
              <a:rPr spc="35" dirty="0"/>
              <a:t> </a:t>
            </a:r>
            <a:r>
              <a:rPr spc="-10" dirty="0"/>
              <a:t>seconds!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4" y="3524249"/>
            <a:ext cx="3314700" cy="1704975"/>
            <a:chOff x="600074" y="3524249"/>
            <a:chExt cx="3314700" cy="1704975"/>
          </a:xfrm>
        </p:grpSpPr>
        <p:sp>
          <p:nvSpPr>
            <p:cNvPr id="5" name="object 5"/>
            <p:cNvSpPr/>
            <p:nvPr/>
          </p:nvSpPr>
          <p:spPr>
            <a:xfrm>
              <a:off x="600074" y="3524249"/>
              <a:ext cx="3314700" cy="1704975"/>
            </a:xfrm>
            <a:custGeom>
              <a:avLst/>
              <a:gdLst/>
              <a:ahLst/>
              <a:cxnLst/>
              <a:rect l="l" t="t" r="r" b="b"/>
              <a:pathLst>
                <a:path w="3314700" h="1704975">
                  <a:moveTo>
                    <a:pt x="3298433" y="1704974"/>
                  </a:moveTo>
                  <a:lnTo>
                    <a:pt x="16265" y="1704974"/>
                  </a:lnTo>
                  <a:lnTo>
                    <a:pt x="13873" y="1704498"/>
                  </a:lnTo>
                  <a:lnTo>
                    <a:pt x="0" y="1688709"/>
                  </a:lnTo>
                  <a:lnTo>
                    <a:pt x="0" y="1686222"/>
                  </a:lnTo>
                  <a:lnTo>
                    <a:pt x="0" y="16265"/>
                  </a:lnTo>
                  <a:lnTo>
                    <a:pt x="16265" y="0"/>
                  </a:lnTo>
                  <a:lnTo>
                    <a:pt x="3298433" y="0"/>
                  </a:lnTo>
                  <a:lnTo>
                    <a:pt x="3314699" y="16265"/>
                  </a:lnTo>
                  <a:lnTo>
                    <a:pt x="3314699" y="1688709"/>
                  </a:lnTo>
                  <a:lnTo>
                    <a:pt x="3300825" y="1704498"/>
                  </a:lnTo>
                  <a:lnTo>
                    <a:pt x="3298433" y="1704974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2474" y="3667124"/>
              <a:ext cx="447675" cy="457200"/>
            </a:xfrm>
            <a:custGeom>
              <a:avLst/>
              <a:gdLst/>
              <a:ahLst/>
              <a:cxnLst/>
              <a:rect l="l" t="t" r="r" b="b"/>
              <a:pathLst>
                <a:path w="447675" h="457200">
                  <a:moveTo>
                    <a:pt x="231168" y="457199"/>
                  </a:moveTo>
                  <a:lnTo>
                    <a:pt x="216506" y="457199"/>
                  </a:lnTo>
                  <a:lnTo>
                    <a:pt x="209193" y="456840"/>
                  </a:lnTo>
                  <a:lnTo>
                    <a:pt x="165876" y="449689"/>
                  </a:lnTo>
                  <a:lnTo>
                    <a:pt x="124786" y="434224"/>
                  </a:lnTo>
                  <a:lnTo>
                    <a:pt x="87503" y="411041"/>
                  </a:lnTo>
                  <a:lnTo>
                    <a:pt x="55459" y="381030"/>
                  </a:lnTo>
                  <a:lnTo>
                    <a:pt x="29886" y="345343"/>
                  </a:lnTo>
                  <a:lnTo>
                    <a:pt x="11766" y="305354"/>
                  </a:lnTo>
                  <a:lnTo>
                    <a:pt x="1796" y="262597"/>
                  </a:lnTo>
                  <a:lnTo>
                    <a:pt x="0" y="240693"/>
                  </a:lnTo>
                  <a:lnTo>
                    <a:pt x="0" y="233362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4"/>
                  </a:lnTo>
                  <a:lnTo>
                    <a:pt x="41796" y="93383"/>
                  </a:lnTo>
                  <a:lnTo>
                    <a:pt x="70744" y="60376"/>
                  </a:lnTo>
                  <a:lnTo>
                    <a:pt x="105575" y="33650"/>
                  </a:lnTo>
                  <a:lnTo>
                    <a:pt x="144951" y="14232"/>
                  </a:lnTo>
                  <a:lnTo>
                    <a:pt x="187359" y="2870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6" y="5730"/>
                  </a:lnTo>
                  <a:lnTo>
                    <a:pt x="316269" y="19843"/>
                  </a:lnTo>
                  <a:lnTo>
                    <a:pt x="354290" y="41795"/>
                  </a:lnTo>
                  <a:lnTo>
                    <a:pt x="387298" y="70743"/>
                  </a:lnTo>
                  <a:lnTo>
                    <a:pt x="414024" y="105574"/>
                  </a:lnTo>
                  <a:lnTo>
                    <a:pt x="433441" y="144950"/>
                  </a:lnTo>
                  <a:lnTo>
                    <a:pt x="444804" y="187358"/>
                  </a:lnTo>
                  <a:lnTo>
                    <a:pt x="447674" y="216506"/>
                  </a:lnTo>
                  <a:lnTo>
                    <a:pt x="447674" y="240693"/>
                  </a:lnTo>
                  <a:lnTo>
                    <a:pt x="441943" y="284221"/>
                  </a:lnTo>
                  <a:lnTo>
                    <a:pt x="427830" y="325794"/>
                  </a:lnTo>
                  <a:lnTo>
                    <a:pt x="405878" y="363814"/>
                  </a:lnTo>
                  <a:lnTo>
                    <a:pt x="376930" y="396823"/>
                  </a:lnTo>
                  <a:lnTo>
                    <a:pt x="342099" y="423548"/>
                  </a:lnTo>
                  <a:lnTo>
                    <a:pt x="302723" y="442965"/>
                  </a:lnTo>
                  <a:lnTo>
                    <a:pt x="260315" y="454328"/>
                  </a:lnTo>
                  <a:lnTo>
                    <a:pt x="238481" y="456840"/>
                  </a:lnTo>
                  <a:lnTo>
                    <a:pt x="231168" y="457199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816" y="3802200"/>
              <a:ext cx="211372" cy="17990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37393" y="4228972"/>
            <a:ext cx="2525395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News</a:t>
            </a:r>
            <a:r>
              <a:rPr sz="1450" b="1" spc="-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Categorization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Sorting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articles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into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topics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sports,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business,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or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entertainment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57649" y="3524249"/>
            <a:ext cx="3314700" cy="1704975"/>
            <a:chOff x="4057649" y="3524249"/>
            <a:chExt cx="3314700" cy="1704975"/>
          </a:xfrm>
        </p:grpSpPr>
        <p:sp>
          <p:nvSpPr>
            <p:cNvPr id="10" name="object 10"/>
            <p:cNvSpPr/>
            <p:nvPr/>
          </p:nvSpPr>
          <p:spPr>
            <a:xfrm>
              <a:off x="4057649" y="3524249"/>
              <a:ext cx="3314700" cy="1704975"/>
            </a:xfrm>
            <a:custGeom>
              <a:avLst/>
              <a:gdLst/>
              <a:ahLst/>
              <a:cxnLst/>
              <a:rect l="l" t="t" r="r" b="b"/>
              <a:pathLst>
                <a:path w="3314700" h="1704975">
                  <a:moveTo>
                    <a:pt x="3298434" y="1704974"/>
                  </a:moveTo>
                  <a:lnTo>
                    <a:pt x="16265" y="1704974"/>
                  </a:lnTo>
                  <a:lnTo>
                    <a:pt x="13873" y="1704498"/>
                  </a:lnTo>
                  <a:lnTo>
                    <a:pt x="0" y="1688709"/>
                  </a:lnTo>
                  <a:lnTo>
                    <a:pt x="0" y="1686222"/>
                  </a:lnTo>
                  <a:lnTo>
                    <a:pt x="0" y="16265"/>
                  </a:lnTo>
                  <a:lnTo>
                    <a:pt x="16265" y="0"/>
                  </a:lnTo>
                  <a:lnTo>
                    <a:pt x="3298434" y="0"/>
                  </a:lnTo>
                  <a:lnTo>
                    <a:pt x="3314699" y="16265"/>
                  </a:lnTo>
                  <a:lnTo>
                    <a:pt x="3314699" y="1688709"/>
                  </a:lnTo>
                  <a:lnTo>
                    <a:pt x="3300825" y="1704498"/>
                  </a:lnTo>
                  <a:lnTo>
                    <a:pt x="3298434" y="1704974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0049" y="3667124"/>
              <a:ext cx="447675" cy="457200"/>
            </a:xfrm>
            <a:custGeom>
              <a:avLst/>
              <a:gdLst/>
              <a:ahLst/>
              <a:cxnLst/>
              <a:rect l="l" t="t" r="r" b="b"/>
              <a:pathLst>
                <a:path w="447675" h="457200">
                  <a:moveTo>
                    <a:pt x="231168" y="457199"/>
                  </a:moveTo>
                  <a:lnTo>
                    <a:pt x="216506" y="457199"/>
                  </a:lnTo>
                  <a:lnTo>
                    <a:pt x="209193" y="456840"/>
                  </a:lnTo>
                  <a:lnTo>
                    <a:pt x="165876" y="449689"/>
                  </a:lnTo>
                  <a:lnTo>
                    <a:pt x="124786" y="434224"/>
                  </a:lnTo>
                  <a:lnTo>
                    <a:pt x="87503" y="411041"/>
                  </a:lnTo>
                  <a:lnTo>
                    <a:pt x="55459" y="381030"/>
                  </a:lnTo>
                  <a:lnTo>
                    <a:pt x="29885" y="345343"/>
                  </a:lnTo>
                  <a:lnTo>
                    <a:pt x="11766" y="305354"/>
                  </a:lnTo>
                  <a:lnTo>
                    <a:pt x="1796" y="262597"/>
                  </a:lnTo>
                  <a:lnTo>
                    <a:pt x="0" y="240693"/>
                  </a:lnTo>
                  <a:lnTo>
                    <a:pt x="0" y="233362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4"/>
                  </a:lnTo>
                  <a:lnTo>
                    <a:pt x="41795" y="93383"/>
                  </a:lnTo>
                  <a:lnTo>
                    <a:pt x="70743" y="60376"/>
                  </a:lnTo>
                  <a:lnTo>
                    <a:pt x="105575" y="33650"/>
                  </a:lnTo>
                  <a:lnTo>
                    <a:pt x="144951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30"/>
                  </a:lnTo>
                  <a:lnTo>
                    <a:pt x="316268" y="19843"/>
                  </a:lnTo>
                  <a:lnTo>
                    <a:pt x="354289" y="41795"/>
                  </a:lnTo>
                  <a:lnTo>
                    <a:pt x="387297" y="70743"/>
                  </a:lnTo>
                  <a:lnTo>
                    <a:pt x="414024" y="105574"/>
                  </a:lnTo>
                  <a:lnTo>
                    <a:pt x="433441" y="144950"/>
                  </a:lnTo>
                  <a:lnTo>
                    <a:pt x="444804" y="187358"/>
                  </a:lnTo>
                  <a:lnTo>
                    <a:pt x="447675" y="216506"/>
                  </a:lnTo>
                  <a:lnTo>
                    <a:pt x="447675" y="240693"/>
                  </a:lnTo>
                  <a:lnTo>
                    <a:pt x="441943" y="284221"/>
                  </a:lnTo>
                  <a:lnTo>
                    <a:pt x="427830" y="325794"/>
                  </a:lnTo>
                  <a:lnTo>
                    <a:pt x="405878" y="363814"/>
                  </a:lnTo>
                  <a:lnTo>
                    <a:pt x="376930" y="396823"/>
                  </a:lnTo>
                  <a:lnTo>
                    <a:pt x="342099" y="423548"/>
                  </a:lnTo>
                  <a:lnTo>
                    <a:pt x="302723" y="442965"/>
                  </a:lnTo>
                  <a:lnTo>
                    <a:pt x="260315" y="454328"/>
                  </a:lnTo>
                  <a:lnTo>
                    <a:pt x="238481" y="456840"/>
                  </a:lnTo>
                  <a:lnTo>
                    <a:pt x="231168" y="457199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9391" y="3815992"/>
              <a:ext cx="211372" cy="15232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197350" y="4228972"/>
            <a:ext cx="2860675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Spam</a:t>
            </a:r>
            <a:r>
              <a:rPr sz="1450" b="1" spc="-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Detection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Identifying</a:t>
            </a:r>
            <a:r>
              <a:rPr sz="1150" spc="10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unwanted</a:t>
            </a:r>
            <a:r>
              <a:rPr sz="1150" spc="11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emails</a:t>
            </a:r>
            <a:r>
              <a:rPr sz="1150" spc="11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automatically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24748" y="3524249"/>
            <a:ext cx="3305175" cy="1704975"/>
            <a:chOff x="7524748" y="3524249"/>
            <a:chExt cx="3305175" cy="1704975"/>
          </a:xfrm>
        </p:grpSpPr>
        <p:sp>
          <p:nvSpPr>
            <p:cNvPr id="15" name="object 15"/>
            <p:cNvSpPr/>
            <p:nvPr/>
          </p:nvSpPr>
          <p:spPr>
            <a:xfrm>
              <a:off x="7524748" y="3524249"/>
              <a:ext cx="3305175" cy="1704975"/>
            </a:xfrm>
            <a:custGeom>
              <a:avLst/>
              <a:gdLst/>
              <a:ahLst/>
              <a:cxnLst/>
              <a:rect l="l" t="t" r="r" b="b"/>
              <a:pathLst>
                <a:path w="3305175" h="1704975">
                  <a:moveTo>
                    <a:pt x="3288908" y="1704974"/>
                  </a:moveTo>
                  <a:lnTo>
                    <a:pt x="16265" y="1704974"/>
                  </a:lnTo>
                  <a:lnTo>
                    <a:pt x="13872" y="1704498"/>
                  </a:lnTo>
                  <a:lnTo>
                    <a:pt x="0" y="1688709"/>
                  </a:lnTo>
                  <a:lnTo>
                    <a:pt x="0" y="1686222"/>
                  </a:lnTo>
                  <a:lnTo>
                    <a:pt x="0" y="16265"/>
                  </a:lnTo>
                  <a:lnTo>
                    <a:pt x="16265" y="0"/>
                  </a:lnTo>
                  <a:lnTo>
                    <a:pt x="3288908" y="0"/>
                  </a:lnTo>
                  <a:lnTo>
                    <a:pt x="3305175" y="16265"/>
                  </a:lnTo>
                  <a:lnTo>
                    <a:pt x="3305175" y="1688709"/>
                  </a:lnTo>
                  <a:lnTo>
                    <a:pt x="3291300" y="1704498"/>
                  </a:lnTo>
                  <a:lnTo>
                    <a:pt x="3288908" y="1704974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67624" y="36671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7" y="457199"/>
                  </a:moveTo>
                  <a:lnTo>
                    <a:pt x="221113" y="457199"/>
                  </a:lnTo>
                  <a:lnTo>
                    <a:pt x="213645" y="456832"/>
                  </a:lnTo>
                  <a:lnTo>
                    <a:pt x="169404" y="449529"/>
                  </a:lnTo>
                  <a:lnTo>
                    <a:pt x="127441" y="433735"/>
                  </a:lnTo>
                  <a:lnTo>
                    <a:pt x="89364" y="410059"/>
                  </a:lnTo>
                  <a:lnTo>
                    <a:pt x="56638" y="379409"/>
                  </a:lnTo>
                  <a:lnTo>
                    <a:pt x="30521" y="342963"/>
                  </a:lnTo>
                  <a:lnTo>
                    <a:pt x="12016" y="302123"/>
                  </a:lnTo>
                  <a:lnTo>
                    <a:pt x="1834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3" y="176659"/>
                  </a:lnTo>
                  <a:lnTo>
                    <a:pt x="20265" y="134200"/>
                  </a:lnTo>
                  <a:lnTo>
                    <a:pt x="42685" y="95370"/>
                  </a:lnTo>
                  <a:lnTo>
                    <a:pt x="72249" y="61660"/>
                  </a:lnTo>
                  <a:lnTo>
                    <a:pt x="107821" y="34365"/>
                  </a:lnTo>
                  <a:lnTo>
                    <a:pt x="148035" y="14535"/>
                  </a:lnTo>
                  <a:lnTo>
                    <a:pt x="191345" y="2931"/>
                  </a:lnTo>
                  <a:lnTo>
                    <a:pt x="221113" y="0"/>
                  </a:lnTo>
                  <a:lnTo>
                    <a:pt x="236087" y="0"/>
                  </a:lnTo>
                  <a:lnTo>
                    <a:pt x="280540" y="5852"/>
                  </a:lnTo>
                  <a:lnTo>
                    <a:pt x="322997" y="20265"/>
                  </a:lnTo>
                  <a:lnTo>
                    <a:pt x="361828" y="42684"/>
                  </a:lnTo>
                  <a:lnTo>
                    <a:pt x="395538" y="72248"/>
                  </a:lnTo>
                  <a:lnTo>
                    <a:pt x="422832" y="107820"/>
                  </a:lnTo>
                  <a:lnTo>
                    <a:pt x="442663" y="148035"/>
                  </a:lnTo>
                  <a:lnTo>
                    <a:pt x="454268" y="191345"/>
                  </a:lnTo>
                  <a:lnTo>
                    <a:pt x="457200" y="221112"/>
                  </a:lnTo>
                  <a:lnTo>
                    <a:pt x="457199" y="228599"/>
                  </a:lnTo>
                  <a:lnTo>
                    <a:pt x="457200" y="236086"/>
                  </a:lnTo>
                  <a:lnTo>
                    <a:pt x="451346" y="280540"/>
                  </a:lnTo>
                  <a:lnTo>
                    <a:pt x="436933" y="322998"/>
                  </a:lnTo>
                  <a:lnTo>
                    <a:pt x="414513" y="361828"/>
                  </a:lnTo>
                  <a:lnTo>
                    <a:pt x="384950" y="395538"/>
                  </a:lnTo>
                  <a:lnTo>
                    <a:pt x="349378" y="422832"/>
                  </a:lnTo>
                  <a:lnTo>
                    <a:pt x="309164" y="442663"/>
                  </a:lnTo>
                  <a:lnTo>
                    <a:pt x="265854" y="454267"/>
                  </a:lnTo>
                  <a:lnTo>
                    <a:pt x="243556" y="456832"/>
                  </a:lnTo>
                  <a:lnTo>
                    <a:pt x="236087" y="457199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3083" y="3786385"/>
              <a:ext cx="179138" cy="21145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657306" y="4228972"/>
            <a:ext cx="2508250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Customer</a:t>
            </a:r>
            <a:r>
              <a:rPr sz="1450" b="1" spc="-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Support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Routing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customer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queries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right department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624" y="421925"/>
            <a:ext cx="505015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The</a:t>
            </a:r>
            <a:r>
              <a:rPr spc="-90" dirty="0"/>
              <a:t> Problem We're </a:t>
            </a:r>
            <a:r>
              <a:rPr spc="-35" dirty="0"/>
              <a:t>Solving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3624" y="1261021"/>
            <a:ext cx="2780030" cy="2687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363220">
              <a:lnSpc>
                <a:spcPct val="105400"/>
              </a:lnSpc>
              <a:spcBef>
                <a:spcPts val="130"/>
              </a:spcBef>
            </a:pPr>
            <a:r>
              <a:rPr sz="1750" b="1" spc="-40" dirty="0">
                <a:solidFill>
                  <a:srgbClr val="484137"/>
                </a:solidFill>
                <a:latin typeface="Georgia"/>
                <a:cs typeface="Georgia"/>
              </a:rPr>
              <a:t>Why</a:t>
            </a:r>
            <a:r>
              <a:rPr sz="1750" b="1" spc="-65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10" dirty="0">
                <a:solidFill>
                  <a:srgbClr val="484137"/>
                </a:solidFill>
                <a:latin typeface="Georgia"/>
                <a:cs typeface="Georgia"/>
              </a:rPr>
              <a:t>Manual </a:t>
            </a:r>
            <a:r>
              <a:rPr sz="1750" b="1" spc="-35" dirty="0">
                <a:solidFill>
                  <a:srgbClr val="484137"/>
                </a:solidFill>
                <a:latin typeface="Georgia"/>
                <a:cs typeface="Georgia"/>
              </a:rPr>
              <a:t>Classification</a:t>
            </a:r>
            <a:r>
              <a:rPr sz="1750" b="1" spc="-45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30" dirty="0">
                <a:solidFill>
                  <a:srgbClr val="484137"/>
                </a:solidFill>
                <a:latin typeface="Georgia"/>
                <a:cs typeface="Georgia"/>
              </a:rPr>
              <a:t>Doesn't </a:t>
            </a:r>
            <a:r>
              <a:rPr sz="1750" b="1" spc="-20" dirty="0">
                <a:solidFill>
                  <a:srgbClr val="484137"/>
                </a:solidFill>
                <a:latin typeface="Georgia"/>
                <a:cs typeface="Georgia"/>
              </a:rPr>
              <a:t>Work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6800"/>
              </a:lnSpc>
              <a:spcBef>
                <a:spcPts val="107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When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you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have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hundreds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thousands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of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documents,</a:t>
            </a:r>
            <a:r>
              <a:rPr sz="1150" spc="10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manually</a:t>
            </a:r>
            <a:r>
              <a:rPr sz="1150" spc="10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reading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and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categorizing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each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one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becomes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incredibly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time-consuming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error-prone.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It's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like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trying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sort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massive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pile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papers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by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hand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-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you'll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get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tired,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make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mistakes,</a:t>
            </a:r>
            <a:r>
              <a:rPr sz="1150" spc="5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waste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valuable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time.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7859" y="1276794"/>
            <a:ext cx="2757170" cy="18713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20" dirty="0">
                <a:solidFill>
                  <a:srgbClr val="484137"/>
                </a:solidFill>
                <a:latin typeface="Georgia"/>
                <a:cs typeface="Georgia"/>
              </a:rPr>
              <a:t>Our</a:t>
            </a:r>
            <a:r>
              <a:rPr sz="1750" b="1" spc="-90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20" dirty="0">
                <a:solidFill>
                  <a:srgbClr val="484137"/>
                </a:solidFill>
                <a:latin typeface="Georgia"/>
                <a:cs typeface="Georgia"/>
              </a:rPr>
              <a:t>Goal</a:t>
            </a:r>
            <a:endParaRPr sz="1750">
              <a:latin typeface="Georgia"/>
              <a:cs typeface="Georgia"/>
            </a:endParaRPr>
          </a:p>
          <a:p>
            <a:pPr marL="12700" marR="193040">
              <a:lnSpc>
                <a:spcPct val="138600"/>
              </a:lnSpc>
              <a:spcBef>
                <a:spcPts val="104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Build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automated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system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can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predict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correct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category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any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text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high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accuracy.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endParaRPr sz="11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computer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should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learn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from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examples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 and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new,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unseen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documents correctly.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86324" y="4295774"/>
            <a:ext cx="750570" cy="900430"/>
          </a:xfrm>
          <a:custGeom>
            <a:avLst/>
            <a:gdLst/>
            <a:ahLst/>
            <a:cxnLst/>
            <a:rect l="l" t="t" r="r" b="b"/>
            <a:pathLst>
              <a:path w="750570" h="900429">
                <a:moveTo>
                  <a:pt x="375046" y="900112"/>
                </a:moveTo>
                <a:lnTo>
                  <a:pt x="0" y="750093"/>
                </a:lnTo>
                <a:lnTo>
                  <a:pt x="0" y="0"/>
                </a:lnTo>
                <a:lnTo>
                  <a:pt x="375046" y="150018"/>
                </a:lnTo>
                <a:lnTo>
                  <a:pt x="750093" y="0"/>
                </a:lnTo>
                <a:lnTo>
                  <a:pt x="750093" y="750093"/>
                </a:lnTo>
                <a:lnTo>
                  <a:pt x="375046" y="900112"/>
                </a:lnTo>
                <a:close/>
              </a:path>
            </a:pathLst>
          </a:custGeom>
          <a:solidFill>
            <a:srgbClr val="EDE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95540" y="4562919"/>
            <a:ext cx="13208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50" dirty="0">
                <a:solidFill>
                  <a:srgbClr val="736558"/>
                </a:solidFill>
                <a:latin typeface="Georgia"/>
                <a:cs typeface="Georgia"/>
              </a:rPr>
              <a:t>1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3737" y="4400422"/>
            <a:ext cx="1759585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Collect</a:t>
            </a: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Gather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data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86324" y="5191124"/>
            <a:ext cx="750570" cy="900430"/>
          </a:xfrm>
          <a:custGeom>
            <a:avLst/>
            <a:gdLst/>
            <a:ahLst/>
            <a:cxnLst/>
            <a:rect l="l" t="t" r="r" b="b"/>
            <a:pathLst>
              <a:path w="750570" h="900429">
                <a:moveTo>
                  <a:pt x="375046" y="900112"/>
                </a:moveTo>
                <a:lnTo>
                  <a:pt x="0" y="750093"/>
                </a:lnTo>
                <a:lnTo>
                  <a:pt x="0" y="0"/>
                </a:lnTo>
                <a:lnTo>
                  <a:pt x="375046" y="150018"/>
                </a:lnTo>
                <a:lnTo>
                  <a:pt x="750093" y="0"/>
                </a:lnTo>
                <a:lnTo>
                  <a:pt x="750093" y="750093"/>
                </a:lnTo>
                <a:lnTo>
                  <a:pt x="375046" y="900112"/>
                </a:lnTo>
                <a:close/>
              </a:path>
            </a:pathLst>
          </a:custGeom>
          <a:solidFill>
            <a:srgbClr val="EDE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80508" y="5467794"/>
            <a:ext cx="16192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50" dirty="0">
                <a:solidFill>
                  <a:srgbClr val="736558"/>
                </a:solidFill>
                <a:latin typeface="Georgia"/>
                <a:cs typeface="Georgia"/>
              </a:rPr>
              <a:t>2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3737" y="5305297"/>
            <a:ext cx="1564640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Preprocess</a:t>
            </a: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Clean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prepare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data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86324" y="6095999"/>
            <a:ext cx="750570" cy="900430"/>
          </a:xfrm>
          <a:custGeom>
            <a:avLst/>
            <a:gdLst/>
            <a:ahLst/>
            <a:cxnLst/>
            <a:rect l="l" t="t" r="r" b="b"/>
            <a:pathLst>
              <a:path w="750570" h="900429">
                <a:moveTo>
                  <a:pt x="375046" y="900112"/>
                </a:moveTo>
                <a:lnTo>
                  <a:pt x="0" y="750093"/>
                </a:lnTo>
                <a:lnTo>
                  <a:pt x="0" y="0"/>
                </a:lnTo>
                <a:lnTo>
                  <a:pt x="375046" y="150018"/>
                </a:lnTo>
                <a:lnTo>
                  <a:pt x="750093" y="0"/>
                </a:lnTo>
                <a:lnTo>
                  <a:pt x="750093" y="750093"/>
                </a:lnTo>
                <a:lnTo>
                  <a:pt x="375046" y="900112"/>
                </a:lnTo>
                <a:close/>
              </a:path>
            </a:pathLst>
          </a:custGeom>
          <a:solidFill>
            <a:srgbClr val="EDE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180805" y="6363144"/>
            <a:ext cx="16129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50" dirty="0">
                <a:solidFill>
                  <a:srgbClr val="736558"/>
                </a:solidFill>
                <a:latin typeface="Georgia"/>
                <a:cs typeface="Georgia"/>
              </a:rPr>
              <a:t>3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3737" y="6200647"/>
            <a:ext cx="1358265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Train</a:t>
            </a:r>
            <a:r>
              <a:rPr sz="1450" b="1" spc="-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Teach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algorithm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86324" y="6991350"/>
            <a:ext cx="750570" cy="900430"/>
          </a:xfrm>
          <a:custGeom>
            <a:avLst/>
            <a:gdLst/>
            <a:ahLst/>
            <a:cxnLst/>
            <a:rect l="l" t="t" r="r" b="b"/>
            <a:pathLst>
              <a:path w="750570" h="900429">
                <a:moveTo>
                  <a:pt x="375046" y="900112"/>
                </a:moveTo>
                <a:lnTo>
                  <a:pt x="0" y="750093"/>
                </a:lnTo>
                <a:lnTo>
                  <a:pt x="0" y="0"/>
                </a:lnTo>
                <a:lnTo>
                  <a:pt x="375046" y="150018"/>
                </a:lnTo>
                <a:lnTo>
                  <a:pt x="750093" y="0"/>
                </a:lnTo>
                <a:lnTo>
                  <a:pt x="750093" y="750093"/>
                </a:lnTo>
                <a:lnTo>
                  <a:pt x="375046" y="900112"/>
                </a:lnTo>
                <a:close/>
              </a:path>
            </a:pathLst>
          </a:custGeom>
          <a:solidFill>
            <a:srgbClr val="EDE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78424" y="7268019"/>
            <a:ext cx="16573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50" dirty="0">
                <a:solidFill>
                  <a:srgbClr val="736558"/>
                </a:solidFill>
                <a:latin typeface="Georgia"/>
                <a:cs typeface="Georgia"/>
              </a:rPr>
              <a:t>4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3737" y="7105522"/>
            <a:ext cx="2078355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Classify</a:t>
            </a:r>
            <a:r>
              <a:rPr sz="1450" b="1" spc="-1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Automatically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Predict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categories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500110"/>
          </a:xfrm>
          <a:custGeom>
            <a:avLst/>
            <a:gdLst/>
            <a:ahLst/>
            <a:cxnLst/>
            <a:rect l="l" t="t" r="r" b="b"/>
            <a:pathLst>
              <a:path w="11430000" h="6972300">
                <a:moveTo>
                  <a:pt x="11429999" y="6972299"/>
                </a:moveTo>
                <a:lnTo>
                  <a:pt x="0" y="69722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97229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92492" y="2183318"/>
            <a:ext cx="64135" cy="324485"/>
          </a:xfrm>
          <a:custGeom>
            <a:avLst/>
            <a:gdLst/>
            <a:ahLst/>
            <a:cxnLst/>
            <a:rect l="l" t="t" r="r" b="b"/>
            <a:pathLst>
              <a:path w="64135" h="324485">
                <a:moveTo>
                  <a:pt x="26077" y="324016"/>
                </a:moveTo>
                <a:lnTo>
                  <a:pt x="17259" y="323313"/>
                </a:lnTo>
                <a:lnTo>
                  <a:pt x="8785" y="320274"/>
                </a:lnTo>
                <a:lnTo>
                  <a:pt x="1403" y="315542"/>
                </a:lnTo>
                <a:lnTo>
                  <a:pt x="0" y="286680"/>
                </a:lnTo>
                <a:lnTo>
                  <a:pt x="1718" y="257812"/>
                </a:lnTo>
                <a:lnTo>
                  <a:pt x="4572" y="228956"/>
                </a:lnTo>
                <a:lnTo>
                  <a:pt x="6578" y="200132"/>
                </a:lnTo>
                <a:lnTo>
                  <a:pt x="11778" y="149758"/>
                </a:lnTo>
                <a:lnTo>
                  <a:pt x="18051" y="99352"/>
                </a:lnTo>
                <a:lnTo>
                  <a:pt x="27796" y="49699"/>
                </a:lnTo>
                <a:lnTo>
                  <a:pt x="43414" y="1585"/>
                </a:lnTo>
                <a:lnTo>
                  <a:pt x="51384" y="0"/>
                </a:lnTo>
                <a:lnTo>
                  <a:pt x="58870" y="2129"/>
                </a:lnTo>
                <a:lnTo>
                  <a:pt x="63598" y="7579"/>
                </a:lnTo>
                <a:lnTo>
                  <a:pt x="63295" y="15951"/>
                </a:lnTo>
                <a:lnTo>
                  <a:pt x="56236" y="112520"/>
                </a:lnTo>
                <a:lnTo>
                  <a:pt x="52461" y="160788"/>
                </a:lnTo>
                <a:lnTo>
                  <a:pt x="48327" y="209036"/>
                </a:lnTo>
                <a:lnTo>
                  <a:pt x="43686" y="257258"/>
                </a:lnTo>
                <a:lnTo>
                  <a:pt x="42326" y="273528"/>
                </a:lnTo>
                <a:lnTo>
                  <a:pt x="41184" y="289881"/>
                </a:lnTo>
                <a:lnTo>
                  <a:pt x="38994" y="306043"/>
                </a:lnTo>
                <a:lnTo>
                  <a:pt x="34494" y="321739"/>
                </a:lnTo>
                <a:lnTo>
                  <a:pt x="26077" y="324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-5191" y="5910522"/>
            <a:ext cx="4291965" cy="59690"/>
          </a:xfrm>
          <a:custGeom>
            <a:avLst/>
            <a:gdLst/>
            <a:ahLst/>
            <a:cxnLst/>
            <a:rect l="l" t="t" r="r" b="b"/>
            <a:pathLst>
              <a:path w="4291965" h="59689">
                <a:moveTo>
                  <a:pt x="4291441" y="21575"/>
                </a:moveTo>
                <a:lnTo>
                  <a:pt x="510702" y="21575"/>
                </a:lnTo>
                <a:lnTo>
                  <a:pt x="744296" y="18508"/>
                </a:lnTo>
                <a:lnTo>
                  <a:pt x="744060" y="18508"/>
                </a:lnTo>
                <a:lnTo>
                  <a:pt x="987692" y="13224"/>
                </a:lnTo>
                <a:lnTo>
                  <a:pt x="1203032" y="9878"/>
                </a:lnTo>
                <a:lnTo>
                  <a:pt x="1557427" y="7742"/>
                </a:lnTo>
                <a:lnTo>
                  <a:pt x="1555605" y="7742"/>
                </a:lnTo>
                <a:lnTo>
                  <a:pt x="1753128" y="5038"/>
                </a:lnTo>
                <a:lnTo>
                  <a:pt x="1959973" y="3923"/>
                </a:lnTo>
                <a:lnTo>
                  <a:pt x="2152460" y="3268"/>
                </a:lnTo>
                <a:lnTo>
                  <a:pt x="2635089" y="890"/>
                </a:lnTo>
                <a:lnTo>
                  <a:pt x="2934265" y="0"/>
                </a:lnTo>
                <a:lnTo>
                  <a:pt x="3333230" y="5038"/>
                </a:lnTo>
                <a:lnTo>
                  <a:pt x="3535095" y="8654"/>
                </a:lnTo>
                <a:lnTo>
                  <a:pt x="3532059" y="8654"/>
                </a:lnTo>
                <a:lnTo>
                  <a:pt x="3586671" y="9239"/>
                </a:lnTo>
                <a:lnTo>
                  <a:pt x="3586483" y="9239"/>
                </a:lnTo>
                <a:lnTo>
                  <a:pt x="3619776" y="9574"/>
                </a:lnTo>
                <a:lnTo>
                  <a:pt x="3887339" y="10216"/>
                </a:lnTo>
                <a:lnTo>
                  <a:pt x="4291441" y="10544"/>
                </a:lnTo>
                <a:lnTo>
                  <a:pt x="4291441" y="21575"/>
                </a:lnTo>
                <a:close/>
              </a:path>
              <a:path w="4291965" h="59689">
                <a:moveTo>
                  <a:pt x="4000227" y="10544"/>
                </a:moveTo>
                <a:lnTo>
                  <a:pt x="3792466" y="10544"/>
                </a:lnTo>
                <a:lnTo>
                  <a:pt x="3999166" y="9239"/>
                </a:lnTo>
                <a:lnTo>
                  <a:pt x="3995930" y="9239"/>
                </a:lnTo>
                <a:lnTo>
                  <a:pt x="4137941" y="6589"/>
                </a:lnTo>
                <a:lnTo>
                  <a:pt x="4137785" y="6589"/>
                </a:lnTo>
                <a:lnTo>
                  <a:pt x="4239108" y="3566"/>
                </a:lnTo>
                <a:lnTo>
                  <a:pt x="4238797" y="3566"/>
                </a:lnTo>
                <a:lnTo>
                  <a:pt x="4290263" y="1640"/>
                </a:lnTo>
                <a:lnTo>
                  <a:pt x="4291441" y="1640"/>
                </a:lnTo>
                <a:lnTo>
                  <a:pt x="4291441" y="10216"/>
                </a:lnTo>
                <a:lnTo>
                  <a:pt x="3656382" y="10216"/>
                </a:lnTo>
                <a:lnTo>
                  <a:pt x="4000227" y="10544"/>
                </a:lnTo>
                <a:close/>
              </a:path>
              <a:path w="4291965" h="59689">
                <a:moveTo>
                  <a:pt x="4291441" y="10544"/>
                </a:moveTo>
                <a:lnTo>
                  <a:pt x="4000227" y="10544"/>
                </a:lnTo>
                <a:lnTo>
                  <a:pt x="3656382" y="10216"/>
                </a:lnTo>
                <a:lnTo>
                  <a:pt x="4291441" y="10216"/>
                </a:lnTo>
                <a:lnTo>
                  <a:pt x="4291441" y="10544"/>
                </a:lnTo>
                <a:close/>
              </a:path>
              <a:path w="4291965" h="59689">
                <a:moveTo>
                  <a:pt x="691722" y="55382"/>
                </a:moveTo>
                <a:lnTo>
                  <a:pt x="289355" y="55382"/>
                </a:lnTo>
                <a:lnTo>
                  <a:pt x="242168" y="54539"/>
                </a:lnTo>
                <a:lnTo>
                  <a:pt x="191751" y="53105"/>
                </a:lnTo>
                <a:lnTo>
                  <a:pt x="0" y="49827"/>
                </a:lnTo>
                <a:lnTo>
                  <a:pt x="5191" y="49827"/>
                </a:lnTo>
                <a:lnTo>
                  <a:pt x="5191" y="18508"/>
                </a:lnTo>
                <a:lnTo>
                  <a:pt x="7509" y="18508"/>
                </a:lnTo>
                <a:lnTo>
                  <a:pt x="150617" y="20196"/>
                </a:lnTo>
                <a:lnTo>
                  <a:pt x="150277" y="20196"/>
                </a:lnTo>
                <a:lnTo>
                  <a:pt x="199547" y="20841"/>
                </a:lnTo>
                <a:lnTo>
                  <a:pt x="198003" y="20841"/>
                </a:lnTo>
                <a:lnTo>
                  <a:pt x="243546" y="21339"/>
                </a:lnTo>
                <a:lnTo>
                  <a:pt x="4291441" y="21575"/>
                </a:lnTo>
                <a:lnTo>
                  <a:pt x="4291441" y="36127"/>
                </a:lnTo>
                <a:lnTo>
                  <a:pt x="2002327" y="36127"/>
                </a:lnTo>
                <a:lnTo>
                  <a:pt x="1689598" y="40036"/>
                </a:lnTo>
                <a:lnTo>
                  <a:pt x="1582361" y="40036"/>
                </a:lnTo>
                <a:lnTo>
                  <a:pt x="1057196" y="46248"/>
                </a:lnTo>
                <a:lnTo>
                  <a:pt x="908680" y="50598"/>
                </a:lnTo>
                <a:lnTo>
                  <a:pt x="909305" y="50598"/>
                </a:lnTo>
                <a:lnTo>
                  <a:pt x="844493" y="52334"/>
                </a:lnTo>
                <a:lnTo>
                  <a:pt x="843480" y="52334"/>
                </a:lnTo>
                <a:lnTo>
                  <a:pt x="742453" y="54539"/>
                </a:lnTo>
                <a:lnTo>
                  <a:pt x="740879" y="54539"/>
                </a:lnTo>
                <a:lnTo>
                  <a:pt x="691722" y="55382"/>
                </a:lnTo>
                <a:close/>
              </a:path>
              <a:path w="4291965" h="59689">
                <a:moveTo>
                  <a:pt x="379657" y="21575"/>
                </a:moveTo>
                <a:lnTo>
                  <a:pt x="301816" y="21575"/>
                </a:lnTo>
                <a:lnTo>
                  <a:pt x="360815" y="21339"/>
                </a:lnTo>
                <a:lnTo>
                  <a:pt x="344711" y="21339"/>
                </a:lnTo>
                <a:lnTo>
                  <a:pt x="379657" y="21575"/>
                </a:lnTo>
                <a:close/>
              </a:path>
              <a:path w="4291965" h="59689">
                <a:moveTo>
                  <a:pt x="2259492" y="41332"/>
                </a:moveTo>
                <a:lnTo>
                  <a:pt x="2157167" y="37789"/>
                </a:lnTo>
                <a:lnTo>
                  <a:pt x="2107326" y="37789"/>
                </a:lnTo>
                <a:lnTo>
                  <a:pt x="2054828" y="36583"/>
                </a:lnTo>
                <a:lnTo>
                  <a:pt x="2002327" y="36127"/>
                </a:lnTo>
                <a:lnTo>
                  <a:pt x="4291441" y="36127"/>
                </a:lnTo>
                <a:lnTo>
                  <a:pt x="4291441" y="41057"/>
                </a:lnTo>
                <a:lnTo>
                  <a:pt x="2310231" y="41057"/>
                </a:lnTo>
                <a:lnTo>
                  <a:pt x="2259492" y="41332"/>
                </a:lnTo>
                <a:close/>
              </a:path>
              <a:path w="4291965" h="59689">
                <a:moveTo>
                  <a:pt x="1634841" y="40322"/>
                </a:moveTo>
                <a:lnTo>
                  <a:pt x="1582361" y="40036"/>
                </a:lnTo>
                <a:lnTo>
                  <a:pt x="1692961" y="40036"/>
                </a:lnTo>
                <a:lnTo>
                  <a:pt x="1634841" y="40322"/>
                </a:lnTo>
                <a:close/>
              </a:path>
              <a:path w="4291965" h="59689">
                <a:moveTo>
                  <a:pt x="2522753" y="51151"/>
                </a:moveTo>
                <a:lnTo>
                  <a:pt x="2512078" y="50598"/>
                </a:lnTo>
                <a:lnTo>
                  <a:pt x="2501493" y="49024"/>
                </a:lnTo>
                <a:lnTo>
                  <a:pt x="2453741" y="46007"/>
                </a:lnTo>
                <a:lnTo>
                  <a:pt x="2310231" y="41057"/>
                </a:lnTo>
                <a:lnTo>
                  <a:pt x="4291441" y="41057"/>
                </a:lnTo>
                <a:lnTo>
                  <a:pt x="4291441" y="49252"/>
                </a:lnTo>
                <a:lnTo>
                  <a:pt x="2544445" y="49252"/>
                </a:lnTo>
                <a:lnTo>
                  <a:pt x="2534289" y="50598"/>
                </a:lnTo>
                <a:lnTo>
                  <a:pt x="2536128" y="50598"/>
                </a:lnTo>
                <a:lnTo>
                  <a:pt x="2522753" y="51151"/>
                </a:lnTo>
                <a:close/>
              </a:path>
              <a:path w="4291965" h="59689">
                <a:moveTo>
                  <a:pt x="2662723" y="54956"/>
                </a:moveTo>
                <a:lnTo>
                  <a:pt x="2638683" y="54956"/>
                </a:lnTo>
                <a:lnTo>
                  <a:pt x="2618422" y="53521"/>
                </a:lnTo>
                <a:lnTo>
                  <a:pt x="2597751" y="52752"/>
                </a:lnTo>
                <a:lnTo>
                  <a:pt x="2584590" y="52752"/>
                </a:lnTo>
                <a:lnTo>
                  <a:pt x="2571020" y="52334"/>
                </a:lnTo>
                <a:lnTo>
                  <a:pt x="2556076" y="51151"/>
                </a:lnTo>
                <a:lnTo>
                  <a:pt x="2556739" y="51151"/>
                </a:lnTo>
                <a:lnTo>
                  <a:pt x="2543820" y="49252"/>
                </a:lnTo>
                <a:lnTo>
                  <a:pt x="4291441" y="49252"/>
                </a:lnTo>
                <a:lnTo>
                  <a:pt x="4291441" y="49827"/>
                </a:lnTo>
                <a:lnTo>
                  <a:pt x="4260079" y="50080"/>
                </a:lnTo>
                <a:lnTo>
                  <a:pt x="4207361" y="51907"/>
                </a:lnTo>
                <a:lnTo>
                  <a:pt x="4208893" y="51907"/>
                </a:lnTo>
                <a:lnTo>
                  <a:pt x="4158004" y="53105"/>
                </a:lnTo>
                <a:lnTo>
                  <a:pt x="2679173" y="53105"/>
                </a:lnTo>
                <a:lnTo>
                  <a:pt x="2662723" y="54956"/>
                </a:lnTo>
                <a:close/>
              </a:path>
              <a:path w="4291965" h="59689">
                <a:moveTo>
                  <a:pt x="4045169" y="55382"/>
                </a:moveTo>
                <a:lnTo>
                  <a:pt x="2880159" y="55382"/>
                </a:lnTo>
                <a:lnTo>
                  <a:pt x="2803930" y="54956"/>
                </a:lnTo>
                <a:lnTo>
                  <a:pt x="2702283" y="54956"/>
                </a:lnTo>
                <a:lnTo>
                  <a:pt x="2691121" y="54202"/>
                </a:lnTo>
                <a:lnTo>
                  <a:pt x="2679092" y="53105"/>
                </a:lnTo>
                <a:lnTo>
                  <a:pt x="4158419" y="53105"/>
                </a:lnTo>
                <a:lnTo>
                  <a:pt x="4106779" y="54202"/>
                </a:lnTo>
                <a:lnTo>
                  <a:pt x="4107085" y="54202"/>
                </a:lnTo>
                <a:lnTo>
                  <a:pt x="4045169" y="55382"/>
                </a:lnTo>
                <a:close/>
              </a:path>
              <a:path w="4291965" h="59689">
                <a:moveTo>
                  <a:pt x="2658932" y="55382"/>
                </a:moveTo>
                <a:lnTo>
                  <a:pt x="2463409" y="55382"/>
                </a:lnTo>
                <a:lnTo>
                  <a:pt x="3109867" y="54956"/>
                </a:lnTo>
                <a:lnTo>
                  <a:pt x="2638683" y="54956"/>
                </a:lnTo>
                <a:lnTo>
                  <a:pt x="2658932" y="55382"/>
                </a:lnTo>
                <a:close/>
              </a:path>
              <a:path w="4291965" h="59689">
                <a:moveTo>
                  <a:pt x="2711920" y="55382"/>
                </a:moveTo>
                <a:lnTo>
                  <a:pt x="2658932" y="55382"/>
                </a:lnTo>
                <a:lnTo>
                  <a:pt x="2662723" y="54956"/>
                </a:lnTo>
                <a:lnTo>
                  <a:pt x="2701745" y="54956"/>
                </a:lnTo>
                <a:lnTo>
                  <a:pt x="2711920" y="55382"/>
                </a:lnTo>
                <a:close/>
              </a:path>
              <a:path w="4291965" h="59689">
                <a:moveTo>
                  <a:pt x="547218" y="56791"/>
                </a:moveTo>
                <a:lnTo>
                  <a:pt x="430095" y="56791"/>
                </a:lnTo>
                <a:lnTo>
                  <a:pt x="366065" y="56460"/>
                </a:lnTo>
                <a:lnTo>
                  <a:pt x="322643" y="55938"/>
                </a:lnTo>
                <a:lnTo>
                  <a:pt x="329283" y="55938"/>
                </a:lnTo>
                <a:lnTo>
                  <a:pt x="288181" y="55382"/>
                </a:lnTo>
                <a:lnTo>
                  <a:pt x="689713" y="55382"/>
                </a:lnTo>
                <a:lnTo>
                  <a:pt x="547218" y="56791"/>
                </a:lnTo>
                <a:close/>
              </a:path>
              <a:path w="4291965" h="59689">
                <a:moveTo>
                  <a:pt x="2727343" y="55696"/>
                </a:moveTo>
                <a:lnTo>
                  <a:pt x="2705583" y="55382"/>
                </a:lnTo>
                <a:lnTo>
                  <a:pt x="2759949" y="55382"/>
                </a:lnTo>
                <a:lnTo>
                  <a:pt x="2727343" y="55696"/>
                </a:lnTo>
                <a:close/>
              </a:path>
              <a:path w="4291965" h="59689">
                <a:moveTo>
                  <a:pt x="3662176" y="59290"/>
                </a:moveTo>
                <a:lnTo>
                  <a:pt x="3403993" y="59290"/>
                </a:lnTo>
                <a:lnTo>
                  <a:pt x="3300404" y="58829"/>
                </a:lnTo>
                <a:lnTo>
                  <a:pt x="3238909" y="58457"/>
                </a:lnTo>
                <a:lnTo>
                  <a:pt x="3039744" y="56791"/>
                </a:lnTo>
                <a:lnTo>
                  <a:pt x="2996819" y="56460"/>
                </a:lnTo>
                <a:lnTo>
                  <a:pt x="2884216" y="55382"/>
                </a:lnTo>
                <a:lnTo>
                  <a:pt x="4044044" y="55382"/>
                </a:lnTo>
                <a:lnTo>
                  <a:pt x="4011210" y="55938"/>
                </a:lnTo>
                <a:lnTo>
                  <a:pt x="4012185" y="55938"/>
                </a:lnTo>
                <a:lnTo>
                  <a:pt x="3908990" y="57385"/>
                </a:lnTo>
                <a:lnTo>
                  <a:pt x="3909831" y="57385"/>
                </a:lnTo>
                <a:lnTo>
                  <a:pt x="3709146" y="59095"/>
                </a:lnTo>
                <a:lnTo>
                  <a:pt x="3662176" y="59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64164" y="2232770"/>
            <a:ext cx="133350" cy="410209"/>
          </a:xfrm>
          <a:custGeom>
            <a:avLst/>
            <a:gdLst/>
            <a:ahLst/>
            <a:cxnLst/>
            <a:rect l="l" t="t" r="r" b="b"/>
            <a:pathLst>
              <a:path w="133350" h="410210">
                <a:moveTo>
                  <a:pt x="99682" y="409622"/>
                </a:moveTo>
                <a:lnTo>
                  <a:pt x="81128" y="360170"/>
                </a:lnTo>
                <a:lnTo>
                  <a:pt x="64592" y="310028"/>
                </a:lnTo>
                <a:lnTo>
                  <a:pt x="49937" y="259291"/>
                </a:lnTo>
                <a:lnTo>
                  <a:pt x="37023" y="208053"/>
                </a:lnTo>
                <a:lnTo>
                  <a:pt x="25711" y="156411"/>
                </a:lnTo>
                <a:lnTo>
                  <a:pt x="15862" y="104457"/>
                </a:lnTo>
                <a:lnTo>
                  <a:pt x="7338" y="52289"/>
                </a:lnTo>
                <a:lnTo>
                  <a:pt x="0" y="0"/>
                </a:lnTo>
                <a:lnTo>
                  <a:pt x="11643" y="3472"/>
                </a:lnTo>
                <a:lnTo>
                  <a:pt x="22583" y="30911"/>
                </a:lnTo>
                <a:lnTo>
                  <a:pt x="31550" y="59058"/>
                </a:lnTo>
                <a:lnTo>
                  <a:pt x="47526" y="116023"/>
                </a:lnTo>
                <a:lnTo>
                  <a:pt x="60385" y="162900"/>
                </a:lnTo>
                <a:lnTo>
                  <a:pt x="73644" y="209675"/>
                </a:lnTo>
                <a:lnTo>
                  <a:pt x="87417" y="256303"/>
                </a:lnTo>
                <a:lnTo>
                  <a:pt x="101820" y="302738"/>
                </a:lnTo>
                <a:lnTo>
                  <a:pt x="116968" y="348934"/>
                </a:lnTo>
                <a:lnTo>
                  <a:pt x="132977" y="394847"/>
                </a:lnTo>
                <a:lnTo>
                  <a:pt x="99682" y="409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0218" y="2391212"/>
            <a:ext cx="149671" cy="13822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151082" y="2416065"/>
            <a:ext cx="31115" cy="184785"/>
          </a:xfrm>
          <a:custGeom>
            <a:avLst/>
            <a:gdLst/>
            <a:ahLst/>
            <a:cxnLst/>
            <a:rect l="l" t="t" r="r" b="b"/>
            <a:pathLst>
              <a:path w="31114" h="184785">
                <a:moveTo>
                  <a:pt x="3276" y="184384"/>
                </a:moveTo>
                <a:lnTo>
                  <a:pt x="530" y="142238"/>
                </a:lnTo>
                <a:lnTo>
                  <a:pt x="0" y="99945"/>
                </a:lnTo>
                <a:lnTo>
                  <a:pt x="1294" y="57640"/>
                </a:lnTo>
                <a:lnTo>
                  <a:pt x="4025" y="15456"/>
                </a:lnTo>
                <a:lnTo>
                  <a:pt x="21865" y="0"/>
                </a:lnTo>
                <a:lnTo>
                  <a:pt x="23683" y="46072"/>
                </a:lnTo>
                <a:lnTo>
                  <a:pt x="27116" y="92107"/>
                </a:lnTo>
                <a:lnTo>
                  <a:pt x="30204" y="138167"/>
                </a:lnTo>
                <a:lnTo>
                  <a:pt x="30988" y="184316"/>
                </a:lnTo>
                <a:lnTo>
                  <a:pt x="3276" y="18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30527" y="2418014"/>
            <a:ext cx="51435" cy="105410"/>
          </a:xfrm>
          <a:custGeom>
            <a:avLst/>
            <a:gdLst/>
            <a:ahLst/>
            <a:cxnLst/>
            <a:rect l="l" t="t" r="r" b="b"/>
            <a:pathLst>
              <a:path w="51435" h="105410">
                <a:moveTo>
                  <a:pt x="24443" y="105086"/>
                </a:moveTo>
                <a:lnTo>
                  <a:pt x="17215" y="80628"/>
                </a:lnTo>
                <a:lnTo>
                  <a:pt x="10332" y="56037"/>
                </a:lnTo>
                <a:lnTo>
                  <a:pt x="4393" y="31253"/>
                </a:lnTo>
                <a:lnTo>
                  <a:pt x="0" y="6221"/>
                </a:lnTo>
                <a:lnTo>
                  <a:pt x="1143" y="950"/>
                </a:lnTo>
                <a:lnTo>
                  <a:pt x="6800" y="0"/>
                </a:lnTo>
                <a:lnTo>
                  <a:pt x="13108" y="2535"/>
                </a:lnTo>
                <a:lnTo>
                  <a:pt x="35133" y="51194"/>
                </a:lnTo>
                <a:lnTo>
                  <a:pt x="50998" y="95894"/>
                </a:lnTo>
                <a:lnTo>
                  <a:pt x="24443" y="1050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5254" y="2541144"/>
            <a:ext cx="70403" cy="759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697926"/>
            <a:ext cx="4286249" cy="214312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5169070"/>
            <a:ext cx="4286250" cy="274320"/>
          </a:xfrm>
          <a:custGeom>
            <a:avLst/>
            <a:gdLst/>
            <a:ahLst/>
            <a:cxnLst/>
            <a:rect l="l" t="t" r="r" b="b"/>
            <a:pathLst>
              <a:path w="4286250" h="274320">
                <a:moveTo>
                  <a:pt x="3758215" y="3366"/>
                </a:moveTo>
                <a:lnTo>
                  <a:pt x="2752987" y="3366"/>
                </a:lnTo>
                <a:lnTo>
                  <a:pt x="2807881" y="2619"/>
                </a:lnTo>
                <a:lnTo>
                  <a:pt x="2969464" y="2619"/>
                </a:lnTo>
                <a:lnTo>
                  <a:pt x="3012402" y="2027"/>
                </a:lnTo>
                <a:lnTo>
                  <a:pt x="3060155" y="1461"/>
                </a:lnTo>
                <a:lnTo>
                  <a:pt x="3275787" y="0"/>
                </a:lnTo>
                <a:lnTo>
                  <a:pt x="3380440" y="0"/>
                </a:lnTo>
                <a:lnTo>
                  <a:pt x="3441442" y="270"/>
                </a:lnTo>
                <a:lnTo>
                  <a:pt x="3697781" y="2959"/>
                </a:lnTo>
                <a:lnTo>
                  <a:pt x="3695672" y="2959"/>
                </a:lnTo>
                <a:lnTo>
                  <a:pt x="3758215" y="3366"/>
                </a:lnTo>
                <a:close/>
              </a:path>
              <a:path w="4286250" h="274320">
                <a:moveTo>
                  <a:pt x="2326706" y="3366"/>
                </a:moveTo>
                <a:lnTo>
                  <a:pt x="2055326" y="3366"/>
                </a:lnTo>
                <a:lnTo>
                  <a:pt x="2092776" y="2619"/>
                </a:lnTo>
                <a:lnTo>
                  <a:pt x="2092493" y="2619"/>
                </a:lnTo>
                <a:lnTo>
                  <a:pt x="2143261" y="1461"/>
                </a:lnTo>
                <a:lnTo>
                  <a:pt x="2191526" y="1868"/>
                </a:lnTo>
                <a:lnTo>
                  <a:pt x="2289259" y="2959"/>
                </a:lnTo>
                <a:lnTo>
                  <a:pt x="2289007" y="2959"/>
                </a:lnTo>
                <a:lnTo>
                  <a:pt x="2326706" y="3366"/>
                </a:lnTo>
                <a:close/>
              </a:path>
              <a:path w="4286250" h="274320">
                <a:moveTo>
                  <a:pt x="2949743" y="2619"/>
                </a:moveTo>
                <a:lnTo>
                  <a:pt x="2809304" y="2619"/>
                </a:lnTo>
                <a:lnTo>
                  <a:pt x="2863210" y="2027"/>
                </a:lnTo>
                <a:lnTo>
                  <a:pt x="2907027" y="2027"/>
                </a:lnTo>
                <a:lnTo>
                  <a:pt x="2949743" y="2619"/>
                </a:lnTo>
                <a:close/>
              </a:path>
              <a:path w="4286250" h="274320">
                <a:moveTo>
                  <a:pt x="2659223" y="4151"/>
                </a:moveTo>
                <a:lnTo>
                  <a:pt x="2518173" y="4151"/>
                </a:lnTo>
                <a:lnTo>
                  <a:pt x="2591762" y="2959"/>
                </a:lnTo>
                <a:lnTo>
                  <a:pt x="2659223" y="4151"/>
                </a:lnTo>
                <a:close/>
              </a:path>
              <a:path w="4286250" h="274320">
                <a:moveTo>
                  <a:pt x="4286249" y="10994"/>
                </a:moveTo>
                <a:lnTo>
                  <a:pt x="1721110" y="10994"/>
                </a:lnTo>
                <a:lnTo>
                  <a:pt x="1773887" y="9299"/>
                </a:lnTo>
                <a:lnTo>
                  <a:pt x="2056739" y="3366"/>
                </a:lnTo>
                <a:lnTo>
                  <a:pt x="2322362" y="3366"/>
                </a:lnTo>
                <a:lnTo>
                  <a:pt x="4286249" y="4151"/>
                </a:lnTo>
                <a:lnTo>
                  <a:pt x="4286249" y="10994"/>
                </a:lnTo>
                <a:close/>
              </a:path>
              <a:path w="4286250" h="274320">
                <a:moveTo>
                  <a:pt x="4286249" y="4151"/>
                </a:moveTo>
                <a:lnTo>
                  <a:pt x="2673604" y="4151"/>
                </a:lnTo>
                <a:lnTo>
                  <a:pt x="2754427" y="3366"/>
                </a:lnTo>
                <a:lnTo>
                  <a:pt x="4286249" y="3366"/>
                </a:lnTo>
                <a:lnTo>
                  <a:pt x="4286249" y="4151"/>
                </a:lnTo>
                <a:close/>
              </a:path>
              <a:path w="4286250" h="274320">
                <a:moveTo>
                  <a:pt x="4286249" y="24578"/>
                </a:moveTo>
                <a:lnTo>
                  <a:pt x="1032938" y="24578"/>
                </a:lnTo>
                <a:lnTo>
                  <a:pt x="1194924" y="22841"/>
                </a:lnTo>
                <a:lnTo>
                  <a:pt x="1192854" y="22841"/>
                </a:lnTo>
                <a:lnTo>
                  <a:pt x="1291016" y="20213"/>
                </a:lnTo>
                <a:lnTo>
                  <a:pt x="1448668" y="13394"/>
                </a:lnTo>
                <a:lnTo>
                  <a:pt x="1503145" y="11745"/>
                </a:lnTo>
                <a:lnTo>
                  <a:pt x="1557637" y="10781"/>
                </a:lnTo>
                <a:lnTo>
                  <a:pt x="1612135" y="10401"/>
                </a:lnTo>
                <a:lnTo>
                  <a:pt x="4286249" y="10994"/>
                </a:lnTo>
                <a:lnTo>
                  <a:pt x="4286249" y="24578"/>
                </a:lnTo>
                <a:close/>
              </a:path>
              <a:path w="4286250" h="274320">
                <a:moveTo>
                  <a:pt x="0" y="57281"/>
                </a:moveTo>
                <a:lnTo>
                  <a:pt x="0" y="21999"/>
                </a:lnTo>
                <a:lnTo>
                  <a:pt x="159079" y="18547"/>
                </a:lnTo>
                <a:lnTo>
                  <a:pt x="270602" y="17589"/>
                </a:lnTo>
                <a:lnTo>
                  <a:pt x="339409" y="17589"/>
                </a:lnTo>
                <a:lnTo>
                  <a:pt x="406692" y="18000"/>
                </a:lnTo>
                <a:lnTo>
                  <a:pt x="921962" y="24326"/>
                </a:lnTo>
                <a:lnTo>
                  <a:pt x="915204" y="24326"/>
                </a:lnTo>
                <a:lnTo>
                  <a:pt x="4286249" y="24578"/>
                </a:lnTo>
                <a:lnTo>
                  <a:pt x="4286249" y="34697"/>
                </a:lnTo>
                <a:lnTo>
                  <a:pt x="2522292" y="34697"/>
                </a:lnTo>
                <a:lnTo>
                  <a:pt x="2469797" y="35103"/>
                </a:lnTo>
                <a:lnTo>
                  <a:pt x="2366098" y="37725"/>
                </a:lnTo>
                <a:lnTo>
                  <a:pt x="2207351" y="42763"/>
                </a:lnTo>
                <a:lnTo>
                  <a:pt x="2183807" y="43200"/>
                </a:lnTo>
                <a:lnTo>
                  <a:pt x="2049843" y="43200"/>
                </a:lnTo>
                <a:lnTo>
                  <a:pt x="2049795" y="43472"/>
                </a:lnTo>
                <a:lnTo>
                  <a:pt x="2072314" y="43472"/>
                </a:lnTo>
                <a:lnTo>
                  <a:pt x="1929257" y="44834"/>
                </a:lnTo>
                <a:lnTo>
                  <a:pt x="1929231" y="45038"/>
                </a:lnTo>
                <a:lnTo>
                  <a:pt x="1914074" y="45038"/>
                </a:lnTo>
                <a:lnTo>
                  <a:pt x="1861503" y="47653"/>
                </a:lnTo>
                <a:lnTo>
                  <a:pt x="1808893" y="49004"/>
                </a:lnTo>
                <a:lnTo>
                  <a:pt x="1703611" y="49396"/>
                </a:lnTo>
                <a:lnTo>
                  <a:pt x="1598509" y="52542"/>
                </a:lnTo>
                <a:lnTo>
                  <a:pt x="1396002" y="55108"/>
                </a:lnTo>
                <a:lnTo>
                  <a:pt x="200633" y="55108"/>
                </a:lnTo>
                <a:lnTo>
                  <a:pt x="79300" y="56053"/>
                </a:lnTo>
                <a:lnTo>
                  <a:pt x="0" y="57281"/>
                </a:lnTo>
                <a:close/>
              </a:path>
              <a:path w="4286250" h="274320">
                <a:moveTo>
                  <a:pt x="2876586" y="44834"/>
                </a:moveTo>
                <a:lnTo>
                  <a:pt x="2838665" y="44834"/>
                </a:lnTo>
                <a:lnTo>
                  <a:pt x="2746645" y="43472"/>
                </a:lnTo>
                <a:lnTo>
                  <a:pt x="2752461" y="43472"/>
                </a:lnTo>
                <a:lnTo>
                  <a:pt x="2723686" y="42317"/>
                </a:lnTo>
                <a:lnTo>
                  <a:pt x="2691478" y="41804"/>
                </a:lnTo>
                <a:lnTo>
                  <a:pt x="2659321" y="40525"/>
                </a:lnTo>
                <a:lnTo>
                  <a:pt x="2627304" y="36936"/>
                </a:lnTo>
                <a:lnTo>
                  <a:pt x="2570967" y="35103"/>
                </a:lnTo>
                <a:lnTo>
                  <a:pt x="2562476" y="35103"/>
                </a:lnTo>
                <a:lnTo>
                  <a:pt x="2522292" y="34697"/>
                </a:lnTo>
                <a:lnTo>
                  <a:pt x="4286249" y="34697"/>
                </a:lnTo>
                <a:lnTo>
                  <a:pt x="4286249" y="37725"/>
                </a:lnTo>
                <a:lnTo>
                  <a:pt x="4240311" y="37725"/>
                </a:lnTo>
                <a:lnTo>
                  <a:pt x="4186783" y="40202"/>
                </a:lnTo>
                <a:lnTo>
                  <a:pt x="4133806" y="41118"/>
                </a:lnTo>
                <a:lnTo>
                  <a:pt x="4027818" y="41437"/>
                </a:lnTo>
                <a:lnTo>
                  <a:pt x="3978546" y="42317"/>
                </a:lnTo>
                <a:lnTo>
                  <a:pt x="3982579" y="42317"/>
                </a:lnTo>
                <a:lnTo>
                  <a:pt x="3931091" y="42763"/>
                </a:lnTo>
                <a:lnTo>
                  <a:pt x="3104644" y="43046"/>
                </a:lnTo>
                <a:lnTo>
                  <a:pt x="3067798" y="43200"/>
                </a:lnTo>
                <a:lnTo>
                  <a:pt x="2876586" y="44834"/>
                </a:lnTo>
                <a:close/>
              </a:path>
              <a:path w="4286250" h="274320">
                <a:moveTo>
                  <a:pt x="3435427" y="43472"/>
                </a:moveTo>
                <a:lnTo>
                  <a:pt x="3204289" y="43472"/>
                </a:lnTo>
                <a:lnTo>
                  <a:pt x="3153081" y="43046"/>
                </a:lnTo>
                <a:lnTo>
                  <a:pt x="3894331" y="43046"/>
                </a:lnTo>
                <a:lnTo>
                  <a:pt x="3472370" y="43200"/>
                </a:lnTo>
                <a:lnTo>
                  <a:pt x="3435427" y="43472"/>
                </a:lnTo>
                <a:close/>
              </a:path>
              <a:path w="4286250" h="274320">
                <a:moveTo>
                  <a:pt x="2169127" y="43472"/>
                </a:moveTo>
                <a:lnTo>
                  <a:pt x="2068587" y="43472"/>
                </a:lnTo>
                <a:lnTo>
                  <a:pt x="2049843" y="43200"/>
                </a:lnTo>
                <a:lnTo>
                  <a:pt x="2183807" y="43200"/>
                </a:lnTo>
                <a:lnTo>
                  <a:pt x="2169127" y="43472"/>
                </a:lnTo>
                <a:close/>
              </a:path>
              <a:path w="4286250" h="274320">
                <a:moveTo>
                  <a:pt x="3833066" y="43472"/>
                </a:moveTo>
                <a:lnTo>
                  <a:pt x="3535805" y="43472"/>
                </a:lnTo>
                <a:lnTo>
                  <a:pt x="3504973" y="43200"/>
                </a:lnTo>
                <a:lnTo>
                  <a:pt x="3874976" y="43200"/>
                </a:lnTo>
                <a:lnTo>
                  <a:pt x="3833066" y="43472"/>
                </a:lnTo>
                <a:close/>
              </a:path>
              <a:path w="4286250" h="274320">
                <a:moveTo>
                  <a:pt x="2023765" y="155750"/>
                </a:moveTo>
                <a:lnTo>
                  <a:pt x="2025281" y="127713"/>
                </a:lnTo>
                <a:lnTo>
                  <a:pt x="2027978" y="99764"/>
                </a:lnTo>
                <a:lnTo>
                  <a:pt x="2031530" y="71893"/>
                </a:lnTo>
                <a:lnTo>
                  <a:pt x="2035702" y="43472"/>
                </a:lnTo>
                <a:lnTo>
                  <a:pt x="2049795" y="43472"/>
                </a:lnTo>
                <a:lnTo>
                  <a:pt x="2045336" y="69071"/>
                </a:lnTo>
                <a:lnTo>
                  <a:pt x="2042438" y="95288"/>
                </a:lnTo>
                <a:lnTo>
                  <a:pt x="2039004" y="121351"/>
                </a:lnTo>
                <a:lnTo>
                  <a:pt x="2032889" y="146763"/>
                </a:lnTo>
                <a:lnTo>
                  <a:pt x="2023765" y="155750"/>
                </a:lnTo>
                <a:close/>
              </a:path>
              <a:path w="4286250" h="274320">
                <a:moveTo>
                  <a:pt x="3293608" y="44834"/>
                </a:moveTo>
                <a:lnTo>
                  <a:pt x="3219227" y="44834"/>
                </a:lnTo>
                <a:lnTo>
                  <a:pt x="3479637" y="43472"/>
                </a:lnTo>
                <a:lnTo>
                  <a:pt x="3204289" y="43472"/>
                </a:lnTo>
                <a:lnTo>
                  <a:pt x="3293608" y="44834"/>
                </a:lnTo>
                <a:close/>
              </a:path>
              <a:path w="4286250" h="274320">
                <a:moveTo>
                  <a:pt x="1903792" y="273749"/>
                </a:moveTo>
                <a:lnTo>
                  <a:pt x="1895758" y="270753"/>
                </a:lnTo>
                <a:lnTo>
                  <a:pt x="1887859" y="267961"/>
                </a:lnTo>
                <a:lnTo>
                  <a:pt x="1879961" y="264965"/>
                </a:lnTo>
                <a:lnTo>
                  <a:pt x="1886271" y="208195"/>
                </a:lnTo>
                <a:lnTo>
                  <a:pt x="1887247" y="189182"/>
                </a:lnTo>
                <a:lnTo>
                  <a:pt x="1891927" y="152785"/>
                </a:lnTo>
                <a:lnTo>
                  <a:pt x="1898132" y="116625"/>
                </a:lnTo>
                <a:lnTo>
                  <a:pt x="1905602" y="80707"/>
                </a:lnTo>
                <a:lnTo>
                  <a:pt x="1914074" y="45038"/>
                </a:lnTo>
                <a:lnTo>
                  <a:pt x="1929231" y="45038"/>
                </a:lnTo>
                <a:lnTo>
                  <a:pt x="1923432" y="90558"/>
                </a:lnTo>
                <a:lnTo>
                  <a:pt x="1918852" y="136403"/>
                </a:lnTo>
                <a:lnTo>
                  <a:pt x="1914638" y="182277"/>
                </a:lnTo>
                <a:lnTo>
                  <a:pt x="1910003" y="227201"/>
                </a:lnTo>
                <a:lnTo>
                  <a:pt x="1909911" y="228090"/>
                </a:lnTo>
                <a:lnTo>
                  <a:pt x="1903792" y="273749"/>
                </a:lnTo>
                <a:close/>
              </a:path>
              <a:path w="4286250" h="274320">
                <a:moveTo>
                  <a:pt x="1349239" y="55610"/>
                </a:moveTo>
                <a:lnTo>
                  <a:pt x="429426" y="55610"/>
                </a:lnTo>
                <a:lnTo>
                  <a:pt x="307757" y="55108"/>
                </a:lnTo>
                <a:lnTo>
                  <a:pt x="1394874" y="55108"/>
                </a:lnTo>
                <a:lnTo>
                  <a:pt x="1349239" y="55610"/>
                </a:lnTo>
                <a:close/>
              </a:path>
              <a:path w="4286250" h="274320">
                <a:moveTo>
                  <a:pt x="1031968" y="59533"/>
                </a:moveTo>
                <a:lnTo>
                  <a:pt x="928929" y="59533"/>
                </a:lnTo>
                <a:lnTo>
                  <a:pt x="874306" y="59335"/>
                </a:lnTo>
                <a:lnTo>
                  <a:pt x="807428" y="58959"/>
                </a:lnTo>
                <a:lnTo>
                  <a:pt x="415847" y="55610"/>
                </a:lnTo>
                <a:lnTo>
                  <a:pt x="1345743" y="55610"/>
                </a:lnTo>
                <a:lnTo>
                  <a:pt x="1287459" y="56474"/>
                </a:lnTo>
                <a:lnTo>
                  <a:pt x="1286197" y="56474"/>
                </a:lnTo>
                <a:lnTo>
                  <a:pt x="1185818" y="58314"/>
                </a:lnTo>
                <a:lnTo>
                  <a:pt x="1187834" y="58314"/>
                </a:lnTo>
                <a:lnTo>
                  <a:pt x="1031968" y="59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9831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The</a:t>
            </a:r>
            <a:r>
              <a:rPr spc="-125" dirty="0"/>
              <a:t> </a:t>
            </a:r>
            <a:r>
              <a:rPr spc="-80" dirty="0"/>
              <a:t>BBC</a:t>
            </a:r>
            <a:r>
              <a:rPr spc="-110" dirty="0"/>
              <a:t> </a:t>
            </a:r>
            <a:r>
              <a:rPr spc="-50" dirty="0"/>
              <a:t>Text</a:t>
            </a:r>
            <a:r>
              <a:rPr spc="-114" dirty="0"/>
              <a:t> </a:t>
            </a:r>
            <a:r>
              <a:rPr spc="-50" dirty="0"/>
              <a:t>Dataset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873624" y="1046003"/>
            <a:ext cx="5920740" cy="749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used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popular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dataset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containing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2,225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from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BBC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news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articles.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This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dataset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perfect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because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it's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clean,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well-organized,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covers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multiple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categories.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86324" y="1990724"/>
            <a:ext cx="2895600" cy="1828800"/>
          </a:xfrm>
          <a:custGeom>
            <a:avLst/>
            <a:gdLst/>
            <a:ahLst/>
            <a:cxnLst/>
            <a:rect l="l" t="t" r="r" b="b"/>
            <a:pathLst>
              <a:path w="2895600" h="1828800">
                <a:moveTo>
                  <a:pt x="2879334" y="1828799"/>
                </a:moveTo>
                <a:lnTo>
                  <a:pt x="16265" y="1828799"/>
                </a:lnTo>
                <a:lnTo>
                  <a:pt x="13873" y="1828323"/>
                </a:lnTo>
                <a:lnTo>
                  <a:pt x="0" y="1812534"/>
                </a:lnTo>
                <a:lnTo>
                  <a:pt x="0" y="1810047"/>
                </a:lnTo>
                <a:lnTo>
                  <a:pt x="0" y="16265"/>
                </a:lnTo>
                <a:lnTo>
                  <a:pt x="16265" y="0"/>
                </a:lnTo>
                <a:lnTo>
                  <a:pt x="2879334" y="0"/>
                </a:lnTo>
                <a:lnTo>
                  <a:pt x="2895599" y="16265"/>
                </a:lnTo>
                <a:lnTo>
                  <a:pt x="2895599" y="1812534"/>
                </a:lnTo>
                <a:lnTo>
                  <a:pt x="2881726" y="1828323"/>
                </a:lnTo>
                <a:lnTo>
                  <a:pt x="2879334" y="1828799"/>
                </a:lnTo>
                <a:close/>
              </a:path>
            </a:pathLst>
          </a:custGeom>
          <a:solidFill>
            <a:srgbClr val="EDE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23643" y="2104898"/>
            <a:ext cx="2604135" cy="1529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Dataset</a:t>
            </a:r>
            <a:r>
              <a:rPr sz="1450" b="1" spc="-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Overview</a:t>
            </a:r>
            <a:endParaRPr sz="1450">
              <a:latin typeface="Georgia"/>
              <a:cs typeface="Georgia"/>
            </a:endParaRPr>
          </a:p>
          <a:p>
            <a:pPr marL="12700" marR="59055">
              <a:lnSpc>
                <a:spcPct val="135900"/>
              </a:lnSpc>
              <a:spcBef>
                <a:spcPts val="615"/>
              </a:spcBef>
            </a:pPr>
            <a:r>
              <a:rPr sz="1150" b="1" spc="140" dirty="0">
                <a:solidFill>
                  <a:srgbClr val="736558"/>
                </a:solidFill>
                <a:latin typeface="Times New Roman"/>
                <a:cs typeface="Times New Roman"/>
              </a:rPr>
              <a:t>2,225</a:t>
            </a:r>
            <a:r>
              <a:rPr sz="1150" b="1" spc="4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50" dirty="0">
                <a:solidFill>
                  <a:srgbClr val="736558"/>
                </a:solidFill>
                <a:latin typeface="Times New Roman"/>
                <a:cs typeface="Times New Roman"/>
              </a:rPr>
              <a:t>documents</a:t>
            </a:r>
            <a:r>
              <a:rPr sz="1150" b="1" spc="30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total,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divided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equally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among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five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distinct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categories.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Each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is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news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article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endParaRPr sz="11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content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corresponding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category label.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34323" y="1990724"/>
            <a:ext cx="2895600" cy="1828800"/>
          </a:xfrm>
          <a:custGeom>
            <a:avLst/>
            <a:gdLst/>
            <a:ahLst/>
            <a:cxnLst/>
            <a:rect l="l" t="t" r="r" b="b"/>
            <a:pathLst>
              <a:path w="2895600" h="1828800">
                <a:moveTo>
                  <a:pt x="2879333" y="1828799"/>
                </a:moveTo>
                <a:lnTo>
                  <a:pt x="16266" y="1828799"/>
                </a:lnTo>
                <a:lnTo>
                  <a:pt x="13874" y="1828323"/>
                </a:lnTo>
                <a:lnTo>
                  <a:pt x="0" y="1812534"/>
                </a:lnTo>
                <a:lnTo>
                  <a:pt x="0" y="1810047"/>
                </a:lnTo>
                <a:lnTo>
                  <a:pt x="0" y="16265"/>
                </a:lnTo>
                <a:lnTo>
                  <a:pt x="16266" y="0"/>
                </a:lnTo>
                <a:lnTo>
                  <a:pt x="2879333" y="0"/>
                </a:lnTo>
                <a:lnTo>
                  <a:pt x="2895600" y="16265"/>
                </a:lnTo>
                <a:lnTo>
                  <a:pt x="2895600" y="1812534"/>
                </a:lnTo>
                <a:lnTo>
                  <a:pt x="2881725" y="1828323"/>
                </a:lnTo>
                <a:lnTo>
                  <a:pt x="2879333" y="1828799"/>
                </a:lnTo>
                <a:close/>
              </a:path>
            </a:pathLst>
          </a:custGeom>
          <a:solidFill>
            <a:srgbClr val="EDE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070453" y="2104898"/>
            <a:ext cx="2571115" cy="1290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Five</a:t>
            </a:r>
            <a:r>
              <a:rPr sz="1450" b="1" spc="-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Categories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8600"/>
              </a:lnSpc>
              <a:spcBef>
                <a:spcPts val="57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Business,</a:t>
            </a:r>
            <a:r>
              <a:rPr sz="1150" spc="13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Entertainment,</a:t>
            </a:r>
            <a:r>
              <a:rPr sz="1150" spc="13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Politics,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Sport,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Tech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-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covering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major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news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domains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require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different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expertise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86324" y="3971924"/>
            <a:ext cx="5943600" cy="1104900"/>
          </a:xfrm>
          <a:custGeom>
            <a:avLst/>
            <a:gdLst/>
            <a:ahLst/>
            <a:cxnLst/>
            <a:rect l="l" t="t" r="r" b="b"/>
            <a:pathLst>
              <a:path w="5943600" h="1104900">
                <a:moveTo>
                  <a:pt x="5927333" y="1104899"/>
                </a:moveTo>
                <a:lnTo>
                  <a:pt x="16265" y="1104899"/>
                </a:lnTo>
                <a:lnTo>
                  <a:pt x="13873" y="1104423"/>
                </a:lnTo>
                <a:lnTo>
                  <a:pt x="0" y="1088634"/>
                </a:lnTo>
                <a:lnTo>
                  <a:pt x="0" y="1086147"/>
                </a:lnTo>
                <a:lnTo>
                  <a:pt x="0" y="16265"/>
                </a:lnTo>
                <a:lnTo>
                  <a:pt x="16265" y="0"/>
                </a:lnTo>
                <a:lnTo>
                  <a:pt x="5927333" y="0"/>
                </a:lnTo>
                <a:lnTo>
                  <a:pt x="5943600" y="16265"/>
                </a:lnTo>
                <a:lnTo>
                  <a:pt x="5943600" y="1088634"/>
                </a:lnTo>
                <a:lnTo>
                  <a:pt x="5929725" y="1104423"/>
                </a:lnTo>
                <a:lnTo>
                  <a:pt x="5927333" y="1104899"/>
                </a:lnTo>
                <a:close/>
              </a:path>
            </a:pathLst>
          </a:custGeom>
          <a:solidFill>
            <a:srgbClr val="EDE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023643" y="4076572"/>
            <a:ext cx="5592445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Real-World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Data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Articles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written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natural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language,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making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this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realistic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challenge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rather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than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simplified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toy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example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95948" y="5188235"/>
            <a:ext cx="1837055" cy="1341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900" b="1" spc="-10" dirty="0">
                <a:solidFill>
                  <a:srgbClr val="736558"/>
                </a:solidFill>
                <a:latin typeface="Georgia"/>
                <a:cs typeface="Georgia"/>
              </a:rPr>
              <a:t>2,225</a:t>
            </a:r>
            <a:endParaRPr sz="39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Total</a:t>
            </a:r>
            <a:r>
              <a:rPr sz="1450" b="1" spc="-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endParaRPr sz="14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News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articles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dataset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23000" y="5188235"/>
            <a:ext cx="1670685" cy="1341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900" b="1" spc="-50" dirty="0">
                <a:solidFill>
                  <a:srgbClr val="736558"/>
                </a:solidFill>
                <a:latin typeface="Georgia"/>
                <a:cs typeface="Georgia"/>
              </a:rPr>
              <a:t>5</a:t>
            </a:r>
            <a:endParaRPr sz="39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Categories</a:t>
            </a:r>
            <a:endParaRPr sz="14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Distinct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topics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classify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04659" y="5188235"/>
            <a:ext cx="1594485" cy="1341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900" b="1" spc="-20" dirty="0">
                <a:solidFill>
                  <a:srgbClr val="736558"/>
                </a:solidFill>
                <a:latin typeface="Georgia"/>
                <a:cs typeface="Georgia"/>
              </a:rPr>
              <a:t>~500</a:t>
            </a:r>
            <a:endParaRPr sz="39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1450" b="1" dirty="0">
                <a:solidFill>
                  <a:srgbClr val="736558"/>
                </a:solidFill>
                <a:latin typeface="Georgia"/>
                <a:cs typeface="Georgia"/>
              </a:rPr>
              <a:t>Avg</a:t>
            </a:r>
            <a:r>
              <a:rPr sz="1450" b="1" spc="-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per</a:t>
            </a:r>
            <a:r>
              <a:rPr sz="1450" b="1" spc="-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Category</a:t>
            </a:r>
            <a:endParaRPr sz="14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per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topic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593375"/>
            <a:ext cx="461835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Python</a:t>
            </a:r>
            <a:r>
              <a:rPr spc="-105" dirty="0"/>
              <a:t> </a:t>
            </a:r>
            <a:r>
              <a:rPr spc="-75" dirty="0"/>
              <a:t>Libraries</a:t>
            </a:r>
            <a:r>
              <a:rPr spc="-100" dirty="0"/>
              <a:t> </a:t>
            </a:r>
            <a:r>
              <a:rPr dirty="0"/>
              <a:t>&amp;</a:t>
            </a:r>
            <a:r>
              <a:rPr spc="-105" dirty="0"/>
              <a:t> </a:t>
            </a:r>
            <a:r>
              <a:rPr spc="-30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1399381"/>
            <a:ext cx="913638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used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several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powerful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Python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libraries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build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system.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Each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library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specific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purpose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pipeline.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996" y="1801444"/>
            <a:ext cx="341573" cy="391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7374" y="2333498"/>
            <a:ext cx="3267075" cy="1052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Python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8600"/>
              </a:lnSpc>
              <a:spcBef>
                <a:spcPts val="57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main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programming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language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ties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everything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together.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Known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simplicity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and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powerful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libraries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machine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learning.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68394" y="1821670"/>
            <a:ext cx="391795" cy="351790"/>
            <a:chOff x="4068394" y="1821670"/>
            <a:chExt cx="391795" cy="351790"/>
          </a:xfrm>
        </p:grpSpPr>
        <p:sp>
          <p:nvSpPr>
            <p:cNvPr id="7" name="object 7"/>
            <p:cNvSpPr/>
            <p:nvPr/>
          </p:nvSpPr>
          <p:spPr>
            <a:xfrm>
              <a:off x="4406049" y="2103357"/>
              <a:ext cx="45720" cy="61594"/>
            </a:xfrm>
            <a:custGeom>
              <a:avLst/>
              <a:gdLst/>
              <a:ahLst/>
              <a:cxnLst/>
              <a:rect l="l" t="t" r="r" b="b"/>
              <a:pathLst>
                <a:path w="45720" h="61594">
                  <a:moveTo>
                    <a:pt x="0" y="61212"/>
                  </a:moveTo>
                  <a:lnTo>
                    <a:pt x="37410" y="43221"/>
                  </a:lnTo>
                  <a:lnTo>
                    <a:pt x="45593" y="8686"/>
                  </a:lnTo>
                  <a:lnTo>
                    <a:pt x="45670" y="0"/>
                  </a:lnTo>
                </a:path>
              </a:pathLst>
            </a:custGeom>
            <a:ln w="16612">
              <a:solidFill>
                <a:srgbClr val="7E66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4019" y="1821670"/>
              <a:ext cx="75999" cy="635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076699" y="1829977"/>
              <a:ext cx="375285" cy="334645"/>
            </a:xfrm>
            <a:custGeom>
              <a:avLst/>
              <a:gdLst/>
              <a:ahLst/>
              <a:cxnLst/>
              <a:rect l="l" t="t" r="r" b="b"/>
              <a:pathLst>
                <a:path w="375285" h="334644">
                  <a:moveTo>
                    <a:pt x="39459" y="177"/>
                  </a:moveTo>
                  <a:lnTo>
                    <a:pt x="6161" y="20721"/>
                  </a:lnTo>
                  <a:lnTo>
                    <a:pt x="13" y="44813"/>
                  </a:lnTo>
                  <a:lnTo>
                    <a:pt x="0" y="53357"/>
                  </a:lnTo>
                </a:path>
                <a:path w="375285" h="334644">
                  <a:moveTo>
                    <a:pt x="11" y="291223"/>
                  </a:moveTo>
                  <a:lnTo>
                    <a:pt x="17212" y="326235"/>
                  </a:lnTo>
                  <a:lnTo>
                    <a:pt x="46193" y="334576"/>
                  </a:lnTo>
                  <a:lnTo>
                    <a:pt x="57629" y="334583"/>
                  </a:lnTo>
                </a:path>
                <a:path w="375285" h="334644">
                  <a:moveTo>
                    <a:pt x="375016" y="215080"/>
                  </a:moveTo>
                  <a:lnTo>
                    <a:pt x="15" y="214907"/>
                  </a:lnTo>
                </a:path>
                <a:path w="375285" h="334644">
                  <a:moveTo>
                    <a:pt x="194849" y="334577"/>
                  </a:moveTo>
                  <a:lnTo>
                    <a:pt x="329349" y="334592"/>
                  </a:lnTo>
                </a:path>
                <a:path w="375285" h="334644">
                  <a:moveTo>
                    <a:pt x="188203" y="334576"/>
                  </a:moveTo>
                  <a:lnTo>
                    <a:pt x="187960" y="84107"/>
                  </a:lnTo>
                </a:path>
                <a:path w="375285" h="334644">
                  <a:moveTo>
                    <a:pt x="375046" y="84122"/>
                  </a:moveTo>
                  <a:lnTo>
                    <a:pt x="0" y="84119"/>
                  </a:lnTo>
                </a:path>
                <a:path w="375285" h="334644">
                  <a:moveTo>
                    <a:pt x="375019" y="273379"/>
                  </a:moveTo>
                  <a:lnTo>
                    <a:pt x="375012" y="46949"/>
                  </a:lnTo>
                </a:path>
                <a:path w="375285" h="334644">
                  <a:moveTo>
                    <a:pt x="315626" y="0"/>
                  </a:moveTo>
                  <a:lnTo>
                    <a:pt x="39459" y="177"/>
                  </a:lnTo>
                </a:path>
                <a:path w="375285" h="334644">
                  <a:moveTo>
                    <a:pt x="0" y="53357"/>
                  </a:moveTo>
                  <a:lnTo>
                    <a:pt x="11" y="291223"/>
                  </a:lnTo>
                </a:path>
                <a:path w="375285" h="334644">
                  <a:moveTo>
                    <a:pt x="57629" y="334583"/>
                  </a:moveTo>
                  <a:lnTo>
                    <a:pt x="194849" y="334577"/>
                  </a:lnTo>
                </a:path>
              </a:pathLst>
            </a:custGeom>
            <a:ln w="16612">
              <a:solidFill>
                <a:srgbClr val="7E66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59832" y="2333498"/>
            <a:ext cx="3081655" cy="1052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Pandas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Handles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data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spreadsheet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code.</a:t>
            </a:r>
            <a:endParaRPr sz="11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7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Loads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dataset,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organizes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into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tables,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and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makes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easy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manipulate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analyze.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5558" y="1801602"/>
            <a:ext cx="391528" cy="3913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532290" y="2333498"/>
            <a:ext cx="3242310" cy="1290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NLTK</a:t>
            </a:r>
            <a:endParaRPr sz="1450">
              <a:latin typeface="Georgia"/>
              <a:cs typeface="Georgia"/>
            </a:endParaRPr>
          </a:p>
          <a:p>
            <a:pPr marL="12700" marR="159385">
              <a:lnSpc>
                <a:spcPct val="141300"/>
              </a:lnSpc>
              <a:spcBef>
                <a:spcPts val="54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Natural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Language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Toolkit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-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helps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clean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and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prepare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removing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stopwords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(common</a:t>
            </a:r>
            <a:endParaRPr sz="11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"the",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"and")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tokenizing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(splitting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into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words).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3193" y="3962400"/>
            <a:ext cx="349250" cy="375285"/>
          </a:xfrm>
          <a:custGeom>
            <a:avLst/>
            <a:gdLst/>
            <a:ahLst/>
            <a:cxnLst/>
            <a:rect l="l" t="t" r="r" b="b"/>
            <a:pathLst>
              <a:path w="349250" h="375285">
                <a:moveTo>
                  <a:pt x="345086" y="313142"/>
                </a:moveTo>
                <a:lnTo>
                  <a:pt x="340607" y="311653"/>
                </a:lnTo>
                <a:lnTo>
                  <a:pt x="331117" y="310731"/>
                </a:lnTo>
                <a:lnTo>
                  <a:pt x="311112" y="310259"/>
                </a:lnTo>
                <a:lnTo>
                  <a:pt x="275086" y="310124"/>
                </a:lnTo>
              </a:path>
              <a:path w="349250" h="375285">
                <a:moveTo>
                  <a:pt x="345086" y="313142"/>
                </a:moveTo>
                <a:lnTo>
                  <a:pt x="347740" y="317445"/>
                </a:lnTo>
                <a:lnTo>
                  <a:pt x="348394" y="319434"/>
                </a:lnTo>
                <a:lnTo>
                  <a:pt x="348798" y="322002"/>
                </a:lnTo>
                <a:lnTo>
                  <a:pt x="348730" y="345220"/>
                </a:lnTo>
                <a:lnTo>
                  <a:pt x="323715" y="374982"/>
                </a:lnTo>
                <a:lnTo>
                  <a:pt x="314794" y="375046"/>
                </a:lnTo>
              </a:path>
              <a:path w="349250" h="375285">
                <a:moveTo>
                  <a:pt x="14343" y="375029"/>
                </a:moveTo>
                <a:lnTo>
                  <a:pt x="215" y="363671"/>
                </a:lnTo>
                <a:lnTo>
                  <a:pt x="0" y="353625"/>
                </a:lnTo>
              </a:path>
              <a:path w="349250" h="375285">
                <a:moveTo>
                  <a:pt x="32" y="323968"/>
                </a:moveTo>
                <a:lnTo>
                  <a:pt x="395" y="320347"/>
                </a:lnTo>
                <a:lnTo>
                  <a:pt x="998" y="318014"/>
                </a:lnTo>
                <a:lnTo>
                  <a:pt x="3112" y="314038"/>
                </a:lnTo>
              </a:path>
              <a:path w="349250" h="375285">
                <a:moveTo>
                  <a:pt x="14455" y="310044"/>
                </a:moveTo>
                <a:lnTo>
                  <a:pt x="10677" y="310370"/>
                </a:lnTo>
                <a:lnTo>
                  <a:pt x="8184" y="310980"/>
                </a:lnTo>
                <a:lnTo>
                  <a:pt x="5403" y="312330"/>
                </a:lnTo>
                <a:lnTo>
                  <a:pt x="3112" y="314038"/>
                </a:lnTo>
              </a:path>
              <a:path w="349250" h="375285">
                <a:moveTo>
                  <a:pt x="315327" y="257883"/>
                </a:moveTo>
                <a:lnTo>
                  <a:pt x="298527" y="297547"/>
                </a:lnTo>
                <a:lnTo>
                  <a:pt x="284563" y="308329"/>
                </a:lnTo>
              </a:path>
              <a:path w="349250" h="375285">
                <a:moveTo>
                  <a:pt x="196872" y="308324"/>
                </a:moveTo>
                <a:lnTo>
                  <a:pt x="168519" y="282641"/>
                </a:lnTo>
                <a:lnTo>
                  <a:pt x="167159" y="270033"/>
                </a:lnTo>
                <a:lnTo>
                  <a:pt x="166965" y="257836"/>
                </a:lnTo>
              </a:path>
              <a:path w="349250" h="375285">
                <a:moveTo>
                  <a:pt x="290030" y="257489"/>
                </a:moveTo>
                <a:lnTo>
                  <a:pt x="270806" y="224199"/>
                </a:lnTo>
                <a:lnTo>
                  <a:pt x="250358" y="218118"/>
                </a:lnTo>
                <a:lnTo>
                  <a:pt x="243326" y="218832"/>
                </a:lnTo>
                <a:lnTo>
                  <a:pt x="215430" y="248657"/>
                </a:lnTo>
                <a:lnTo>
                  <a:pt x="213635" y="257495"/>
                </a:lnTo>
              </a:path>
              <a:path w="349250" h="375285">
                <a:moveTo>
                  <a:pt x="282109" y="113911"/>
                </a:moveTo>
                <a:lnTo>
                  <a:pt x="237281" y="130176"/>
                </a:lnTo>
                <a:lnTo>
                  <a:pt x="234000" y="129960"/>
                </a:lnTo>
                <a:lnTo>
                  <a:pt x="220532" y="116601"/>
                </a:lnTo>
                <a:lnTo>
                  <a:pt x="220164" y="113567"/>
                </a:lnTo>
              </a:path>
              <a:path w="349250" h="375285">
                <a:moveTo>
                  <a:pt x="98958" y="52308"/>
                </a:moveTo>
                <a:lnTo>
                  <a:pt x="107551" y="14031"/>
                </a:lnTo>
                <a:lnTo>
                  <a:pt x="137992" y="73"/>
                </a:lnTo>
                <a:lnTo>
                  <a:pt x="143872" y="0"/>
                </a:lnTo>
              </a:path>
              <a:path w="349250" h="375285">
                <a:moveTo>
                  <a:pt x="285412" y="119"/>
                </a:moveTo>
                <a:lnTo>
                  <a:pt x="308872" y="18854"/>
                </a:lnTo>
                <a:lnTo>
                  <a:pt x="309425" y="22252"/>
                </a:lnTo>
              </a:path>
              <a:path w="349250" h="375285">
                <a:moveTo>
                  <a:pt x="309444" y="50914"/>
                </a:moveTo>
                <a:lnTo>
                  <a:pt x="309182" y="56923"/>
                </a:lnTo>
              </a:path>
              <a:path w="349250" h="375285">
                <a:moveTo>
                  <a:pt x="315327" y="257883"/>
                </a:moveTo>
                <a:lnTo>
                  <a:pt x="166965" y="257836"/>
                </a:lnTo>
              </a:path>
              <a:path w="349250" h="375285">
                <a:moveTo>
                  <a:pt x="309182" y="56923"/>
                </a:moveTo>
                <a:lnTo>
                  <a:pt x="142791" y="57847"/>
                </a:lnTo>
              </a:path>
              <a:path w="349250" h="375285">
                <a:moveTo>
                  <a:pt x="98951" y="57408"/>
                </a:moveTo>
                <a:lnTo>
                  <a:pt x="44249" y="57356"/>
                </a:lnTo>
              </a:path>
              <a:path w="349250" h="375285">
                <a:moveTo>
                  <a:pt x="98955" y="310034"/>
                </a:moveTo>
                <a:lnTo>
                  <a:pt x="98958" y="52308"/>
                </a:lnTo>
              </a:path>
              <a:path w="349250" h="375285">
                <a:moveTo>
                  <a:pt x="314794" y="375046"/>
                </a:moveTo>
                <a:lnTo>
                  <a:pt x="14343" y="375029"/>
                </a:lnTo>
              </a:path>
              <a:path w="349250" h="375285">
                <a:moveTo>
                  <a:pt x="0" y="353625"/>
                </a:moveTo>
                <a:lnTo>
                  <a:pt x="32" y="323968"/>
                </a:lnTo>
              </a:path>
              <a:path w="349250" h="375285">
                <a:moveTo>
                  <a:pt x="142791" y="57847"/>
                </a:moveTo>
                <a:lnTo>
                  <a:pt x="142089" y="129734"/>
                </a:lnTo>
                <a:lnTo>
                  <a:pt x="98977" y="130136"/>
                </a:lnTo>
              </a:path>
              <a:path w="349250" h="375285">
                <a:moveTo>
                  <a:pt x="206044" y="310131"/>
                </a:moveTo>
                <a:lnTo>
                  <a:pt x="14455" y="310044"/>
                </a:lnTo>
              </a:path>
              <a:path w="349250" h="375285">
                <a:moveTo>
                  <a:pt x="251377" y="182574"/>
                </a:moveTo>
                <a:lnTo>
                  <a:pt x="251383" y="130159"/>
                </a:lnTo>
              </a:path>
              <a:path w="349250" h="375285">
                <a:moveTo>
                  <a:pt x="44249" y="57360"/>
                </a:moveTo>
                <a:lnTo>
                  <a:pt x="42505" y="57214"/>
                </a:lnTo>
                <a:lnTo>
                  <a:pt x="40769" y="57279"/>
                </a:lnTo>
                <a:lnTo>
                  <a:pt x="39042" y="57555"/>
                </a:lnTo>
                <a:lnTo>
                  <a:pt x="37314" y="57831"/>
                </a:lnTo>
                <a:lnTo>
                  <a:pt x="35644" y="58311"/>
                </a:lnTo>
                <a:lnTo>
                  <a:pt x="34033" y="58994"/>
                </a:lnTo>
                <a:lnTo>
                  <a:pt x="32422" y="59677"/>
                </a:lnTo>
                <a:lnTo>
                  <a:pt x="30917" y="60543"/>
                </a:lnTo>
                <a:lnTo>
                  <a:pt x="29517" y="61593"/>
                </a:lnTo>
                <a:lnTo>
                  <a:pt x="28117" y="62643"/>
                </a:lnTo>
                <a:lnTo>
                  <a:pt x="26863" y="63845"/>
                </a:lnTo>
                <a:lnTo>
                  <a:pt x="25756" y="65201"/>
                </a:lnTo>
                <a:lnTo>
                  <a:pt x="24649" y="66556"/>
                </a:lnTo>
                <a:lnTo>
                  <a:pt x="23721" y="68024"/>
                </a:lnTo>
                <a:lnTo>
                  <a:pt x="22972" y="69605"/>
                </a:lnTo>
                <a:lnTo>
                  <a:pt x="22222" y="71187"/>
                </a:lnTo>
                <a:lnTo>
                  <a:pt x="21674" y="72835"/>
                </a:lnTo>
                <a:lnTo>
                  <a:pt x="21326" y="74550"/>
                </a:lnTo>
                <a:lnTo>
                  <a:pt x="20978" y="76265"/>
                </a:lnTo>
                <a:lnTo>
                  <a:pt x="20841" y="77996"/>
                </a:lnTo>
                <a:lnTo>
                  <a:pt x="20915" y="79745"/>
                </a:lnTo>
                <a:lnTo>
                  <a:pt x="20990" y="81493"/>
                </a:lnTo>
                <a:lnTo>
                  <a:pt x="21272" y="83207"/>
                </a:lnTo>
                <a:lnTo>
                  <a:pt x="21764" y="84886"/>
                </a:lnTo>
              </a:path>
              <a:path w="349250" h="375285">
                <a:moveTo>
                  <a:pt x="21156" y="85064"/>
                </a:moveTo>
                <a:lnTo>
                  <a:pt x="21104" y="310007"/>
                </a:lnTo>
              </a:path>
              <a:path w="349250" h="375285">
                <a:moveTo>
                  <a:pt x="143872" y="0"/>
                </a:moveTo>
                <a:lnTo>
                  <a:pt x="285412" y="119"/>
                </a:lnTo>
              </a:path>
              <a:path w="349250" h="375285">
                <a:moveTo>
                  <a:pt x="282075" y="57377"/>
                </a:moveTo>
                <a:lnTo>
                  <a:pt x="282109" y="113911"/>
                </a:lnTo>
              </a:path>
              <a:path w="349250" h="375285">
                <a:moveTo>
                  <a:pt x="220164" y="113567"/>
                </a:moveTo>
                <a:lnTo>
                  <a:pt x="220104" y="57385"/>
                </a:lnTo>
              </a:path>
              <a:path w="349250" h="375285">
                <a:moveTo>
                  <a:pt x="309425" y="22252"/>
                </a:moveTo>
                <a:lnTo>
                  <a:pt x="309444" y="50914"/>
                </a:lnTo>
              </a:path>
            </a:pathLst>
          </a:custGeom>
          <a:ln w="16612">
            <a:solidFill>
              <a:srgbClr val="7E66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7374" y="4486147"/>
            <a:ext cx="3089275" cy="1281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Scikit-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learn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Provides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machine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learning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algorithms.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We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use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TF-IDF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vectorization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Logistic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Regression.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It's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having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toolbox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ML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techniques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ready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use.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68345" y="3971866"/>
            <a:ext cx="391795" cy="356235"/>
            <a:chOff x="4068345" y="3971866"/>
            <a:chExt cx="391795" cy="356235"/>
          </a:xfrm>
        </p:grpSpPr>
        <p:sp>
          <p:nvSpPr>
            <p:cNvPr id="16" name="object 16"/>
            <p:cNvSpPr/>
            <p:nvPr/>
          </p:nvSpPr>
          <p:spPr>
            <a:xfrm>
              <a:off x="4076699" y="3980221"/>
              <a:ext cx="375285" cy="339725"/>
            </a:xfrm>
            <a:custGeom>
              <a:avLst/>
              <a:gdLst/>
              <a:ahLst/>
              <a:cxnLst/>
              <a:rect l="l" t="t" r="r" b="b"/>
              <a:pathLst>
                <a:path w="375285" h="339725">
                  <a:moveTo>
                    <a:pt x="0" y="0"/>
                  </a:moveTo>
                  <a:lnTo>
                    <a:pt x="20" y="339403"/>
                  </a:lnTo>
                  <a:lnTo>
                    <a:pt x="375046" y="339396"/>
                  </a:lnTo>
                </a:path>
              </a:pathLst>
            </a:custGeom>
            <a:ln w="16709">
              <a:solidFill>
                <a:srgbClr val="7E66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2483" y="4009068"/>
              <a:ext cx="330897" cy="24929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059832" y="4486147"/>
            <a:ext cx="3240405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Matplotlib</a:t>
            </a: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dirty="0">
                <a:solidFill>
                  <a:srgbClr val="736558"/>
                </a:solidFill>
                <a:latin typeface="Georgia"/>
                <a:cs typeface="Georgia"/>
              </a:rPr>
              <a:t>&amp;</a:t>
            </a: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Seaborn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Create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visualizations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understand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data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and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performance.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Charts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help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see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patterns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evaluate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how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well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classifier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works.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543800"/>
          </a:xfrm>
          <a:custGeom>
            <a:avLst/>
            <a:gdLst/>
            <a:ahLst/>
            <a:cxnLst/>
            <a:rect l="l" t="t" r="r" b="b"/>
            <a:pathLst>
              <a:path w="11430000" h="7543800">
                <a:moveTo>
                  <a:pt x="11429999" y="7543799"/>
                </a:moveTo>
                <a:lnTo>
                  <a:pt x="0" y="75437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54379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Data</a:t>
            </a:r>
            <a:r>
              <a:rPr spc="-105" dirty="0"/>
              <a:t> </a:t>
            </a:r>
            <a:r>
              <a:rPr spc="-80" dirty="0"/>
              <a:t>Preprocessing:</a:t>
            </a:r>
            <a:r>
              <a:rPr spc="-100" dirty="0"/>
              <a:t> </a:t>
            </a:r>
            <a:r>
              <a:rPr spc="-80" dirty="0"/>
              <a:t>Cleaning</a:t>
            </a:r>
            <a:r>
              <a:rPr spc="-100" dirty="0"/>
              <a:t> </a:t>
            </a:r>
            <a:r>
              <a:rPr spc="-45" dirty="0"/>
              <a:t>the</a:t>
            </a:r>
            <a:r>
              <a:rPr spc="-100" dirty="0"/>
              <a:t> </a:t>
            </a:r>
            <a:r>
              <a:rPr spc="-20" dirty="0"/>
              <a:t>Text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131728"/>
            <a:ext cx="9948545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Raw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data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messy!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Before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feed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machine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learning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model,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need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clean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standardize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it.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Think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this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as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washing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preparing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vegetables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before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cooking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-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quality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final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dish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depends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proper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preparation.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4" y="2060971"/>
            <a:ext cx="5038725" cy="447675"/>
            <a:chOff x="600074" y="2060971"/>
            <a:chExt cx="5038725" cy="447675"/>
          </a:xfrm>
        </p:grpSpPr>
        <p:sp>
          <p:nvSpPr>
            <p:cNvPr id="6" name="object 6"/>
            <p:cNvSpPr/>
            <p:nvPr/>
          </p:nvSpPr>
          <p:spPr>
            <a:xfrm>
              <a:off x="600062" y="2060981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5038725" y="165087"/>
                  </a:moveTo>
                  <a:lnTo>
                    <a:pt x="5022469" y="148818"/>
                  </a:lnTo>
                  <a:lnTo>
                    <a:pt x="434822" y="148818"/>
                  </a:lnTo>
                  <a:lnTo>
                    <a:pt x="433451" y="144945"/>
                  </a:lnTo>
                  <a:lnTo>
                    <a:pt x="414032" y="105575"/>
                  </a:lnTo>
                  <a:lnTo>
                    <a:pt x="387299" y="70739"/>
                  </a:lnTo>
                  <a:lnTo>
                    <a:pt x="354291" y="41795"/>
                  </a:lnTo>
                  <a:lnTo>
                    <a:pt x="316280" y="19837"/>
                  </a:lnTo>
                  <a:lnTo>
                    <a:pt x="274701" y="5727"/>
                  </a:lnTo>
                  <a:lnTo>
                    <a:pt x="231178" y="0"/>
                  </a:lnTo>
                  <a:lnTo>
                    <a:pt x="216509" y="0"/>
                  </a:lnTo>
                  <a:lnTo>
                    <a:pt x="172986" y="5727"/>
                  </a:lnTo>
                  <a:lnTo>
                    <a:pt x="131406" y="19837"/>
                  </a:lnTo>
                  <a:lnTo>
                    <a:pt x="93395" y="41795"/>
                  </a:lnTo>
                  <a:lnTo>
                    <a:pt x="60388" y="70739"/>
                  </a:lnTo>
                  <a:lnTo>
                    <a:pt x="33655" y="105575"/>
                  </a:lnTo>
                  <a:lnTo>
                    <a:pt x="14236" y="144945"/>
                  </a:lnTo>
                  <a:lnTo>
                    <a:pt x="2882" y="187350"/>
                  </a:lnTo>
                  <a:lnTo>
                    <a:pt x="0" y="216509"/>
                  </a:lnTo>
                  <a:lnTo>
                    <a:pt x="0" y="231165"/>
                  </a:lnTo>
                  <a:lnTo>
                    <a:pt x="5740" y="274688"/>
                  </a:lnTo>
                  <a:lnTo>
                    <a:pt x="19850" y="316268"/>
                  </a:lnTo>
                  <a:lnTo>
                    <a:pt x="41808" y="354291"/>
                  </a:lnTo>
                  <a:lnTo>
                    <a:pt x="70751" y="387299"/>
                  </a:lnTo>
                  <a:lnTo>
                    <a:pt x="105587" y="414020"/>
                  </a:lnTo>
                  <a:lnTo>
                    <a:pt x="144957" y="433438"/>
                  </a:lnTo>
                  <a:lnTo>
                    <a:pt x="187363" y="444804"/>
                  </a:lnTo>
                  <a:lnTo>
                    <a:pt x="216509" y="447675"/>
                  </a:lnTo>
                  <a:lnTo>
                    <a:pt x="231178" y="447675"/>
                  </a:lnTo>
                  <a:lnTo>
                    <a:pt x="274701" y="441934"/>
                  </a:lnTo>
                  <a:lnTo>
                    <a:pt x="316280" y="427824"/>
                  </a:lnTo>
                  <a:lnTo>
                    <a:pt x="354291" y="405879"/>
                  </a:lnTo>
                  <a:lnTo>
                    <a:pt x="387299" y="376923"/>
                  </a:lnTo>
                  <a:lnTo>
                    <a:pt x="414032" y="342099"/>
                  </a:lnTo>
                  <a:lnTo>
                    <a:pt x="433451" y="302717"/>
                  </a:lnTo>
                  <a:lnTo>
                    <a:pt x="433984" y="301218"/>
                  </a:lnTo>
                  <a:lnTo>
                    <a:pt x="5022469" y="301218"/>
                  </a:lnTo>
                  <a:lnTo>
                    <a:pt x="5038725" y="284962"/>
                  </a:lnTo>
                  <a:lnTo>
                    <a:pt x="5038725" y="165087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415" y="2170288"/>
              <a:ext cx="150946" cy="23499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37393" y="2619248"/>
            <a:ext cx="4761865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Convert</a:t>
            </a:r>
            <a:r>
              <a:rPr sz="1450" b="1" spc="-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450" b="1" spc="-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Lowercase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Change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all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lowercase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so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"Hello"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"hello"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treated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same.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This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prevents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from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thinking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they're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different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words.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91199" y="1832371"/>
            <a:ext cx="5038725" cy="457200"/>
            <a:chOff x="5791199" y="1832371"/>
            <a:chExt cx="5038725" cy="457200"/>
          </a:xfrm>
        </p:grpSpPr>
        <p:sp>
          <p:nvSpPr>
            <p:cNvPr id="10" name="object 10"/>
            <p:cNvSpPr/>
            <p:nvPr/>
          </p:nvSpPr>
          <p:spPr>
            <a:xfrm>
              <a:off x="5791187" y="1832381"/>
              <a:ext cx="5038725" cy="457200"/>
            </a:xfrm>
            <a:custGeom>
              <a:avLst/>
              <a:gdLst/>
              <a:ahLst/>
              <a:cxnLst/>
              <a:rect l="l" t="t" r="r" b="b"/>
              <a:pathLst>
                <a:path w="5038725" h="457200">
                  <a:moveTo>
                    <a:pt x="5038725" y="174612"/>
                  </a:moveTo>
                  <a:lnTo>
                    <a:pt x="5022469" y="158343"/>
                  </a:lnTo>
                  <a:lnTo>
                    <a:pt x="437883" y="158343"/>
                  </a:lnTo>
                  <a:lnTo>
                    <a:pt x="435914" y="151841"/>
                  </a:lnTo>
                  <a:lnTo>
                    <a:pt x="417791" y="111848"/>
                  </a:lnTo>
                  <a:lnTo>
                    <a:pt x="392226" y="76161"/>
                  </a:lnTo>
                  <a:lnTo>
                    <a:pt x="360172" y="46151"/>
                  </a:lnTo>
                  <a:lnTo>
                    <a:pt x="322897" y="22974"/>
                  </a:lnTo>
                  <a:lnTo>
                    <a:pt x="281800" y="7505"/>
                  </a:lnTo>
                  <a:lnTo>
                    <a:pt x="238493" y="355"/>
                  </a:lnTo>
                  <a:lnTo>
                    <a:pt x="231178" y="0"/>
                  </a:lnTo>
                  <a:lnTo>
                    <a:pt x="216509" y="0"/>
                  </a:lnTo>
                  <a:lnTo>
                    <a:pt x="172986" y="5727"/>
                  </a:lnTo>
                  <a:lnTo>
                    <a:pt x="131406" y="19837"/>
                  </a:lnTo>
                  <a:lnTo>
                    <a:pt x="93395" y="41795"/>
                  </a:lnTo>
                  <a:lnTo>
                    <a:pt x="60388" y="70739"/>
                  </a:lnTo>
                  <a:lnTo>
                    <a:pt x="33655" y="105575"/>
                  </a:lnTo>
                  <a:lnTo>
                    <a:pt x="14236" y="144945"/>
                  </a:lnTo>
                  <a:lnTo>
                    <a:pt x="2882" y="187350"/>
                  </a:lnTo>
                  <a:lnTo>
                    <a:pt x="0" y="216509"/>
                  </a:lnTo>
                  <a:lnTo>
                    <a:pt x="0" y="233362"/>
                  </a:lnTo>
                  <a:lnTo>
                    <a:pt x="0" y="240690"/>
                  </a:lnTo>
                  <a:lnTo>
                    <a:pt x="5740" y="284213"/>
                  </a:lnTo>
                  <a:lnTo>
                    <a:pt x="19850" y="325793"/>
                  </a:lnTo>
                  <a:lnTo>
                    <a:pt x="41808" y="363816"/>
                  </a:lnTo>
                  <a:lnTo>
                    <a:pt x="70751" y="396824"/>
                  </a:lnTo>
                  <a:lnTo>
                    <a:pt x="105587" y="423545"/>
                  </a:lnTo>
                  <a:lnTo>
                    <a:pt x="144957" y="442963"/>
                  </a:lnTo>
                  <a:lnTo>
                    <a:pt x="187363" y="454329"/>
                  </a:lnTo>
                  <a:lnTo>
                    <a:pt x="216509" y="457200"/>
                  </a:lnTo>
                  <a:lnTo>
                    <a:pt x="231178" y="457200"/>
                  </a:lnTo>
                  <a:lnTo>
                    <a:pt x="274701" y="451459"/>
                  </a:lnTo>
                  <a:lnTo>
                    <a:pt x="316280" y="437349"/>
                  </a:lnTo>
                  <a:lnTo>
                    <a:pt x="354291" y="415404"/>
                  </a:lnTo>
                  <a:lnTo>
                    <a:pt x="387299" y="386448"/>
                  </a:lnTo>
                  <a:lnTo>
                    <a:pt x="414032" y="351624"/>
                  </a:lnTo>
                  <a:lnTo>
                    <a:pt x="433451" y="312242"/>
                  </a:lnTo>
                  <a:lnTo>
                    <a:pt x="437159" y="301218"/>
                  </a:lnTo>
                  <a:lnTo>
                    <a:pt x="5022469" y="301218"/>
                  </a:lnTo>
                  <a:lnTo>
                    <a:pt x="5038725" y="284962"/>
                  </a:lnTo>
                  <a:lnTo>
                    <a:pt x="5038725" y="174612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1232" y="1941688"/>
              <a:ext cx="233562" cy="23499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927327" y="2400173"/>
            <a:ext cx="4751070" cy="805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Remove</a:t>
            </a:r>
            <a:r>
              <a:rPr sz="1450" b="1" spc="-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Punctuation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Get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rid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commas,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periods,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exclamation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marks,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other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punctuation.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These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don't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help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meaning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can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confuse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model.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74" y="3994546"/>
            <a:ext cx="5038725" cy="447675"/>
            <a:chOff x="600074" y="3994546"/>
            <a:chExt cx="5038725" cy="447675"/>
          </a:xfrm>
        </p:grpSpPr>
        <p:sp>
          <p:nvSpPr>
            <p:cNvPr id="14" name="object 14"/>
            <p:cNvSpPr/>
            <p:nvPr/>
          </p:nvSpPr>
          <p:spPr>
            <a:xfrm>
              <a:off x="600062" y="3994556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5038725" y="165087"/>
                  </a:moveTo>
                  <a:lnTo>
                    <a:pt x="5022469" y="148818"/>
                  </a:lnTo>
                  <a:lnTo>
                    <a:pt x="434822" y="148818"/>
                  </a:lnTo>
                  <a:lnTo>
                    <a:pt x="433451" y="144945"/>
                  </a:lnTo>
                  <a:lnTo>
                    <a:pt x="414032" y="105575"/>
                  </a:lnTo>
                  <a:lnTo>
                    <a:pt x="387299" y="70739"/>
                  </a:lnTo>
                  <a:lnTo>
                    <a:pt x="354291" y="41795"/>
                  </a:lnTo>
                  <a:lnTo>
                    <a:pt x="316280" y="19837"/>
                  </a:lnTo>
                  <a:lnTo>
                    <a:pt x="274701" y="5727"/>
                  </a:lnTo>
                  <a:lnTo>
                    <a:pt x="231178" y="0"/>
                  </a:lnTo>
                  <a:lnTo>
                    <a:pt x="216509" y="0"/>
                  </a:lnTo>
                  <a:lnTo>
                    <a:pt x="172986" y="5727"/>
                  </a:lnTo>
                  <a:lnTo>
                    <a:pt x="131406" y="19837"/>
                  </a:lnTo>
                  <a:lnTo>
                    <a:pt x="93395" y="41795"/>
                  </a:lnTo>
                  <a:lnTo>
                    <a:pt x="60388" y="70739"/>
                  </a:lnTo>
                  <a:lnTo>
                    <a:pt x="33655" y="105575"/>
                  </a:lnTo>
                  <a:lnTo>
                    <a:pt x="14236" y="144945"/>
                  </a:lnTo>
                  <a:lnTo>
                    <a:pt x="2882" y="187350"/>
                  </a:lnTo>
                  <a:lnTo>
                    <a:pt x="0" y="216496"/>
                  </a:lnTo>
                  <a:lnTo>
                    <a:pt x="0" y="231165"/>
                  </a:lnTo>
                  <a:lnTo>
                    <a:pt x="5740" y="274688"/>
                  </a:lnTo>
                  <a:lnTo>
                    <a:pt x="19850" y="316268"/>
                  </a:lnTo>
                  <a:lnTo>
                    <a:pt x="41808" y="354291"/>
                  </a:lnTo>
                  <a:lnTo>
                    <a:pt x="70751" y="387299"/>
                  </a:lnTo>
                  <a:lnTo>
                    <a:pt x="105587" y="414020"/>
                  </a:lnTo>
                  <a:lnTo>
                    <a:pt x="144957" y="433438"/>
                  </a:lnTo>
                  <a:lnTo>
                    <a:pt x="187363" y="444804"/>
                  </a:lnTo>
                  <a:lnTo>
                    <a:pt x="216509" y="447675"/>
                  </a:lnTo>
                  <a:lnTo>
                    <a:pt x="231178" y="447675"/>
                  </a:lnTo>
                  <a:lnTo>
                    <a:pt x="274701" y="441934"/>
                  </a:lnTo>
                  <a:lnTo>
                    <a:pt x="316280" y="427824"/>
                  </a:lnTo>
                  <a:lnTo>
                    <a:pt x="354291" y="405879"/>
                  </a:lnTo>
                  <a:lnTo>
                    <a:pt x="387299" y="376923"/>
                  </a:lnTo>
                  <a:lnTo>
                    <a:pt x="414032" y="342099"/>
                  </a:lnTo>
                  <a:lnTo>
                    <a:pt x="433451" y="302717"/>
                  </a:lnTo>
                  <a:lnTo>
                    <a:pt x="437159" y="291693"/>
                  </a:lnTo>
                  <a:lnTo>
                    <a:pt x="5022469" y="291693"/>
                  </a:lnTo>
                  <a:lnTo>
                    <a:pt x="5038725" y="275437"/>
                  </a:lnTo>
                  <a:lnTo>
                    <a:pt x="5038725" y="165087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260" y="4100673"/>
              <a:ext cx="235129" cy="2223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37393" y="4552822"/>
            <a:ext cx="4497070" cy="805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Remove</a:t>
            </a:r>
            <a:r>
              <a:rPr sz="1450" b="1" spc="-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Stopwords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Filter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common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"the",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"is",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"and",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"in"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don't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carry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much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meaning.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NLTK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provides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list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these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automatically.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91199" y="3765946"/>
            <a:ext cx="5038725" cy="447675"/>
            <a:chOff x="5791199" y="3765946"/>
            <a:chExt cx="5038725" cy="447675"/>
          </a:xfrm>
        </p:grpSpPr>
        <p:sp>
          <p:nvSpPr>
            <p:cNvPr id="18" name="object 18"/>
            <p:cNvSpPr/>
            <p:nvPr/>
          </p:nvSpPr>
          <p:spPr>
            <a:xfrm>
              <a:off x="5791187" y="3765956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5038725" y="165087"/>
                  </a:moveTo>
                  <a:lnTo>
                    <a:pt x="5022469" y="148818"/>
                  </a:lnTo>
                  <a:lnTo>
                    <a:pt x="434822" y="148818"/>
                  </a:lnTo>
                  <a:lnTo>
                    <a:pt x="433451" y="144945"/>
                  </a:lnTo>
                  <a:lnTo>
                    <a:pt x="414032" y="105575"/>
                  </a:lnTo>
                  <a:lnTo>
                    <a:pt x="387299" y="70739"/>
                  </a:lnTo>
                  <a:lnTo>
                    <a:pt x="354291" y="41795"/>
                  </a:lnTo>
                  <a:lnTo>
                    <a:pt x="316280" y="19837"/>
                  </a:lnTo>
                  <a:lnTo>
                    <a:pt x="274701" y="5727"/>
                  </a:lnTo>
                  <a:lnTo>
                    <a:pt x="231178" y="0"/>
                  </a:lnTo>
                  <a:lnTo>
                    <a:pt x="216509" y="0"/>
                  </a:lnTo>
                  <a:lnTo>
                    <a:pt x="172986" y="5727"/>
                  </a:lnTo>
                  <a:lnTo>
                    <a:pt x="131406" y="19837"/>
                  </a:lnTo>
                  <a:lnTo>
                    <a:pt x="93395" y="41795"/>
                  </a:lnTo>
                  <a:lnTo>
                    <a:pt x="60388" y="70739"/>
                  </a:lnTo>
                  <a:lnTo>
                    <a:pt x="33655" y="105575"/>
                  </a:lnTo>
                  <a:lnTo>
                    <a:pt x="14236" y="144945"/>
                  </a:lnTo>
                  <a:lnTo>
                    <a:pt x="2882" y="187350"/>
                  </a:lnTo>
                  <a:lnTo>
                    <a:pt x="0" y="216496"/>
                  </a:lnTo>
                  <a:lnTo>
                    <a:pt x="0" y="231165"/>
                  </a:lnTo>
                  <a:lnTo>
                    <a:pt x="5740" y="274688"/>
                  </a:lnTo>
                  <a:lnTo>
                    <a:pt x="19850" y="316268"/>
                  </a:lnTo>
                  <a:lnTo>
                    <a:pt x="41808" y="354291"/>
                  </a:lnTo>
                  <a:lnTo>
                    <a:pt x="70751" y="387299"/>
                  </a:lnTo>
                  <a:lnTo>
                    <a:pt x="105587" y="414020"/>
                  </a:lnTo>
                  <a:lnTo>
                    <a:pt x="144957" y="433438"/>
                  </a:lnTo>
                  <a:lnTo>
                    <a:pt x="187363" y="444804"/>
                  </a:lnTo>
                  <a:lnTo>
                    <a:pt x="216509" y="447675"/>
                  </a:lnTo>
                  <a:lnTo>
                    <a:pt x="231178" y="447675"/>
                  </a:lnTo>
                  <a:lnTo>
                    <a:pt x="274701" y="441934"/>
                  </a:lnTo>
                  <a:lnTo>
                    <a:pt x="316280" y="427824"/>
                  </a:lnTo>
                  <a:lnTo>
                    <a:pt x="354291" y="405879"/>
                  </a:lnTo>
                  <a:lnTo>
                    <a:pt x="387299" y="376923"/>
                  </a:lnTo>
                  <a:lnTo>
                    <a:pt x="414032" y="342099"/>
                  </a:lnTo>
                  <a:lnTo>
                    <a:pt x="433451" y="302717"/>
                  </a:lnTo>
                  <a:lnTo>
                    <a:pt x="433984" y="301218"/>
                  </a:lnTo>
                  <a:lnTo>
                    <a:pt x="5022469" y="301218"/>
                  </a:lnTo>
                  <a:lnTo>
                    <a:pt x="5038725" y="284962"/>
                  </a:lnTo>
                  <a:lnTo>
                    <a:pt x="5038725" y="165087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0516" y="3885187"/>
              <a:ext cx="234994" cy="21514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927327" y="4324222"/>
            <a:ext cx="4591685" cy="1052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Tokenization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Split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into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individual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(tokens).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example,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"Hello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world!"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becomes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["hello",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"world"].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This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creates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basic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units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works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with.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0074" y="5724524"/>
            <a:ext cx="10229850" cy="1400175"/>
            <a:chOff x="600074" y="5724524"/>
            <a:chExt cx="10229850" cy="1400175"/>
          </a:xfrm>
        </p:grpSpPr>
        <p:sp>
          <p:nvSpPr>
            <p:cNvPr id="22" name="object 22"/>
            <p:cNvSpPr/>
            <p:nvPr/>
          </p:nvSpPr>
          <p:spPr>
            <a:xfrm>
              <a:off x="600074" y="5724524"/>
              <a:ext cx="10229850" cy="1400175"/>
            </a:xfrm>
            <a:custGeom>
              <a:avLst/>
              <a:gdLst/>
              <a:ahLst/>
              <a:cxnLst/>
              <a:rect l="l" t="t" r="r" b="b"/>
              <a:pathLst>
                <a:path w="10229850" h="1400175">
                  <a:moveTo>
                    <a:pt x="10213582" y="1400174"/>
                  </a:moveTo>
                  <a:lnTo>
                    <a:pt x="16265" y="1400174"/>
                  </a:lnTo>
                  <a:lnTo>
                    <a:pt x="13873" y="1399697"/>
                  </a:lnTo>
                  <a:lnTo>
                    <a:pt x="0" y="1383908"/>
                  </a:lnTo>
                  <a:lnTo>
                    <a:pt x="0" y="1381422"/>
                  </a:lnTo>
                  <a:lnTo>
                    <a:pt x="0" y="16265"/>
                  </a:lnTo>
                  <a:lnTo>
                    <a:pt x="16265" y="0"/>
                  </a:lnTo>
                  <a:lnTo>
                    <a:pt x="10213582" y="0"/>
                  </a:lnTo>
                  <a:lnTo>
                    <a:pt x="10229849" y="16265"/>
                  </a:lnTo>
                  <a:lnTo>
                    <a:pt x="10229849" y="1383908"/>
                  </a:lnTo>
                  <a:lnTo>
                    <a:pt x="10215974" y="1399697"/>
                  </a:lnTo>
                  <a:lnTo>
                    <a:pt x="10213582" y="1400174"/>
                  </a:lnTo>
                  <a:close/>
                </a:path>
              </a:pathLst>
            </a:custGeom>
            <a:solidFill>
              <a:srgbClr val="E2D9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7635" y="5926745"/>
              <a:ext cx="164082" cy="16408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121816" y="5876797"/>
            <a:ext cx="4406265" cy="10052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latin typeface="Georgia"/>
                <a:cs typeface="Georgia"/>
              </a:rPr>
              <a:t>Example</a:t>
            </a:r>
            <a:r>
              <a:rPr sz="1450" b="1" spc="-40" dirty="0">
                <a:latin typeface="Georgia"/>
                <a:cs typeface="Georgia"/>
              </a:rPr>
              <a:t> </a:t>
            </a:r>
            <a:r>
              <a:rPr sz="1450" b="1" spc="-10" dirty="0">
                <a:latin typeface="Georgia"/>
                <a:cs typeface="Georgia"/>
              </a:rPr>
              <a:t>Transformation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ts val="3000"/>
              </a:lnSpc>
              <a:spcBef>
                <a:spcPts val="110"/>
              </a:spcBef>
            </a:pPr>
            <a:r>
              <a:rPr sz="1150" dirty="0">
                <a:latin typeface="Georgia"/>
                <a:cs typeface="Georgia"/>
              </a:rPr>
              <a:t>Original:</a:t>
            </a:r>
            <a:r>
              <a:rPr sz="1150" spc="60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"The</a:t>
            </a:r>
            <a:r>
              <a:rPr sz="1150" spc="60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Quick</a:t>
            </a:r>
            <a:r>
              <a:rPr sz="1150" spc="60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Brown</a:t>
            </a:r>
            <a:r>
              <a:rPr sz="1150" spc="60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Fox</a:t>
            </a:r>
            <a:r>
              <a:rPr sz="1150" spc="60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Jumps</a:t>
            </a:r>
            <a:r>
              <a:rPr sz="1150" spc="60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Over</a:t>
            </a:r>
            <a:r>
              <a:rPr sz="1150" spc="60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the</a:t>
            </a:r>
            <a:r>
              <a:rPr sz="1150" spc="65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Lazy</a:t>
            </a:r>
            <a:r>
              <a:rPr sz="1150" spc="60" dirty="0">
                <a:latin typeface="Georgia"/>
                <a:cs typeface="Georgia"/>
              </a:rPr>
              <a:t> </a:t>
            </a:r>
            <a:r>
              <a:rPr sz="1150" spc="-10" dirty="0">
                <a:latin typeface="Georgia"/>
                <a:cs typeface="Georgia"/>
              </a:rPr>
              <a:t>Dog!" </a:t>
            </a:r>
            <a:r>
              <a:rPr sz="1150" dirty="0">
                <a:latin typeface="Georgia"/>
                <a:cs typeface="Georgia"/>
              </a:rPr>
              <a:t>Processed:</a:t>
            </a:r>
            <a:r>
              <a:rPr sz="1150" spc="85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["quick",</a:t>
            </a:r>
            <a:r>
              <a:rPr sz="1150" spc="85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"brown",</a:t>
            </a:r>
            <a:r>
              <a:rPr sz="1150" spc="85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"fox",</a:t>
            </a:r>
            <a:r>
              <a:rPr sz="1150" spc="90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"jumps",</a:t>
            </a:r>
            <a:r>
              <a:rPr sz="1150" spc="85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"over",</a:t>
            </a:r>
            <a:r>
              <a:rPr sz="1150" spc="85" dirty="0">
                <a:latin typeface="Georgia"/>
                <a:cs typeface="Georgia"/>
              </a:rPr>
              <a:t> </a:t>
            </a:r>
            <a:r>
              <a:rPr sz="1150" dirty="0">
                <a:latin typeface="Georgia"/>
                <a:cs typeface="Georgia"/>
              </a:rPr>
              <a:t>"lazy",</a:t>
            </a:r>
            <a:r>
              <a:rPr sz="1150" spc="85" dirty="0">
                <a:latin typeface="Georgia"/>
                <a:cs typeface="Georgia"/>
              </a:rPr>
              <a:t> </a:t>
            </a:r>
            <a:r>
              <a:rPr sz="1150" spc="-10" dirty="0">
                <a:latin typeface="Georgia"/>
                <a:cs typeface="Georgia"/>
              </a:rPr>
              <a:t>"dog"]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515225"/>
          </a:xfrm>
          <a:custGeom>
            <a:avLst/>
            <a:gdLst/>
            <a:ahLst/>
            <a:cxnLst/>
            <a:rect l="l" t="t" r="r" b="b"/>
            <a:pathLst>
              <a:path w="11430000" h="7515225">
                <a:moveTo>
                  <a:pt x="11429999" y="7515224"/>
                </a:moveTo>
                <a:lnTo>
                  <a:pt x="0" y="75152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515224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Feature</a:t>
            </a:r>
            <a:r>
              <a:rPr spc="-100" dirty="0"/>
              <a:t> </a:t>
            </a:r>
            <a:r>
              <a:rPr spc="-75" dirty="0"/>
              <a:t>Extraction:</a:t>
            </a:r>
            <a:r>
              <a:rPr spc="-100" dirty="0"/>
              <a:t> </a:t>
            </a:r>
            <a:r>
              <a:rPr spc="-50" dirty="0"/>
              <a:t>TF-</a:t>
            </a:r>
            <a:r>
              <a:rPr spc="-25" dirty="0"/>
              <a:t>IDF</a:t>
            </a:r>
            <a:r>
              <a:rPr spc="-100" dirty="0"/>
              <a:t> </a:t>
            </a:r>
            <a:r>
              <a:rPr spc="-55" dirty="0"/>
              <a:t>Vectorization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122203"/>
            <a:ext cx="10001885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Machine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learning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models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can't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work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directly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-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they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need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numbers!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TF-IDF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(Term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Frequency-Inverse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Frequency)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converts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into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numerical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vectors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capture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importance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words.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374" y="1943544"/>
            <a:ext cx="4829810" cy="1156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5" dirty="0">
                <a:solidFill>
                  <a:srgbClr val="484137"/>
                </a:solidFill>
                <a:latin typeface="Georgia"/>
                <a:cs typeface="Georgia"/>
              </a:rPr>
              <a:t>What</a:t>
            </a:r>
            <a:r>
              <a:rPr sz="1750" b="1" spc="-70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dirty="0">
                <a:solidFill>
                  <a:srgbClr val="484137"/>
                </a:solidFill>
                <a:latin typeface="Georgia"/>
                <a:cs typeface="Georgia"/>
              </a:rPr>
              <a:t>is</a:t>
            </a:r>
            <a:r>
              <a:rPr sz="1750" b="1" spc="-65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30" dirty="0">
                <a:solidFill>
                  <a:srgbClr val="484137"/>
                </a:solidFill>
                <a:latin typeface="Georgia"/>
                <a:cs typeface="Georgia"/>
              </a:rPr>
              <a:t>TF-</a:t>
            </a:r>
            <a:r>
              <a:rPr sz="1750" b="1" spc="-20" dirty="0">
                <a:solidFill>
                  <a:srgbClr val="484137"/>
                </a:solidFill>
                <a:latin typeface="Georgia"/>
                <a:cs typeface="Georgia"/>
              </a:rPr>
              <a:t>IDF?</a:t>
            </a:r>
            <a:endParaRPr sz="17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150" b="1" spc="130" dirty="0">
                <a:solidFill>
                  <a:srgbClr val="736558"/>
                </a:solidFill>
                <a:latin typeface="Times New Roman"/>
                <a:cs typeface="Times New Roman"/>
              </a:rPr>
              <a:t>Term</a:t>
            </a:r>
            <a:r>
              <a:rPr sz="1150" b="1" spc="4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25" dirty="0">
                <a:solidFill>
                  <a:srgbClr val="736558"/>
                </a:solidFill>
                <a:latin typeface="Times New Roman"/>
                <a:cs typeface="Times New Roman"/>
              </a:rPr>
              <a:t>Frequency</a:t>
            </a:r>
            <a:r>
              <a:rPr sz="1150" b="1" spc="4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80" dirty="0">
                <a:solidFill>
                  <a:srgbClr val="736558"/>
                </a:solidFill>
                <a:latin typeface="Times New Roman"/>
                <a:cs typeface="Times New Roman"/>
              </a:rPr>
              <a:t>(TF)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: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How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often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appears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document.</a:t>
            </a:r>
            <a:endParaRPr sz="1150">
              <a:latin typeface="Georgia"/>
              <a:cs typeface="Georgia"/>
            </a:endParaRPr>
          </a:p>
          <a:p>
            <a:pPr marL="12700" marR="5080">
              <a:lnSpc>
                <a:spcPts val="1950"/>
              </a:lnSpc>
              <a:spcBef>
                <a:spcPts val="3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appear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frequently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probably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important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document's meaning.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374" y="3208178"/>
            <a:ext cx="4753610" cy="739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b="1" spc="130" dirty="0">
                <a:solidFill>
                  <a:srgbClr val="736558"/>
                </a:solidFill>
                <a:latin typeface="Times New Roman"/>
                <a:cs typeface="Times New Roman"/>
              </a:rPr>
              <a:t>Inverse</a:t>
            </a:r>
            <a:r>
              <a:rPr sz="1150" b="1" spc="40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55" dirty="0">
                <a:solidFill>
                  <a:srgbClr val="736558"/>
                </a:solidFill>
                <a:latin typeface="Times New Roman"/>
                <a:cs typeface="Times New Roman"/>
              </a:rPr>
              <a:t>Document</a:t>
            </a:r>
            <a:r>
              <a:rPr sz="1150" b="1" spc="40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25" dirty="0">
                <a:solidFill>
                  <a:srgbClr val="736558"/>
                </a:solidFill>
                <a:latin typeface="Times New Roman"/>
                <a:cs typeface="Times New Roman"/>
              </a:rPr>
              <a:t>Frequency</a:t>
            </a:r>
            <a:r>
              <a:rPr sz="1150" b="1" spc="40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00" dirty="0">
                <a:solidFill>
                  <a:srgbClr val="736558"/>
                </a:solidFill>
                <a:latin typeface="Times New Roman"/>
                <a:cs typeface="Times New Roman"/>
              </a:rPr>
              <a:t>(IDF)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: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How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rare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is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across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all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documents.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appear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many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(like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"the")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less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valuable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than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rare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words.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4734" y="1943544"/>
            <a:ext cx="4948555" cy="1156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40" dirty="0">
                <a:solidFill>
                  <a:srgbClr val="484137"/>
                </a:solidFill>
                <a:latin typeface="Georgia"/>
                <a:cs typeface="Georgia"/>
              </a:rPr>
              <a:t>Why</a:t>
            </a:r>
            <a:r>
              <a:rPr sz="1750" b="1" spc="-70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30" dirty="0">
                <a:solidFill>
                  <a:srgbClr val="484137"/>
                </a:solidFill>
                <a:latin typeface="Georgia"/>
                <a:cs typeface="Georgia"/>
              </a:rPr>
              <a:t>TF-</a:t>
            </a:r>
            <a:r>
              <a:rPr sz="1750" b="1" spc="-10" dirty="0">
                <a:solidFill>
                  <a:srgbClr val="484137"/>
                </a:solidFill>
                <a:latin typeface="Georgia"/>
                <a:cs typeface="Georgia"/>
              </a:rPr>
              <a:t>IDF</a:t>
            </a:r>
            <a:r>
              <a:rPr sz="1750" b="1" spc="-65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10" dirty="0">
                <a:solidFill>
                  <a:srgbClr val="484137"/>
                </a:solidFill>
                <a:latin typeface="Georgia"/>
                <a:cs typeface="Georgia"/>
              </a:rPr>
              <a:t>Works</a:t>
            </a:r>
            <a:endParaRPr sz="1750">
              <a:latin typeface="Georgia"/>
              <a:cs typeface="Georgia"/>
            </a:endParaRPr>
          </a:p>
          <a:p>
            <a:pPr marL="12700" marR="5080">
              <a:lnSpc>
                <a:spcPct val="138600"/>
              </a:lnSpc>
              <a:spcBef>
                <a:spcPts val="104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TF-IDF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gives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high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scores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frequent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specific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document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rare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across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all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documents.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This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helps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identify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are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characteristic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particular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categories.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4734" y="3208178"/>
            <a:ext cx="4588510" cy="739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example,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"football"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might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appear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frequently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sports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articles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but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rarely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business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articles,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making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good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classifier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sports category.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0074" y="4286249"/>
            <a:ext cx="5038725" cy="1333500"/>
            <a:chOff x="600074" y="4286249"/>
            <a:chExt cx="5038725" cy="1333500"/>
          </a:xfrm>
        </p:grpSpPr>
        <p:sp>
          <p:nvSpPr>
            <p:cNvPr id="10" name="object 10"/>
            <p:cNvSpPr/>
            <p:nvPr/>
          </p:nvSpPr>
          <p:spPr>
            <a:xfrm>
              <a:off x="609599" y="4514849"/>
              <a:ext cx="5019675" cy="1095375"/>
            </a:xfrm>
            <a:custGeom>
              <a:avLst/>
              <a:gdLst/>
              <a:ahLst/>
              <a:cxnLst/>
              <a:rect l="l" t="t" r="r" b="b"/>
              <a:pathLst>
                <a:path w="5019675" h="1095375">
                  <a:moveTo>
                    <a:pt x="5012995" y="1095374"/>
                  </a:moveTo>
                  <a:lnTo>
                    <a:pt x="6679" y="1095374"/>
                  </a:lnTo>
                  <a:lnTo>
                    <a:pt x="4504" y="1094473"/>
                  </a:lnTo>
                  <a:lnTo>
                    <a:pt x="900" y="1090870"/>
                  </a:lnTo>
                  <a:lnTo>
                    <a:pt x="0" y="1088695"/>
                  </a:lnTo>
                  <a:lnTo>
                    <a:pt x="0" y="1086147"/>
                  </a:lnTo>
                  <a:lnTo>
                    <a:pt x="0" y="71196"/>
                  </a:lnTo>
                  <a:lnTo>
                    <a:pt x="13668" y="29704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4957377" y="0"/>
                  </a:lnTo>
                  <a:lnTo>
                    <a:pt x="4993681" y="15621"/>
                  </a:lnTo>
                  <a:lnTo>
                    <a:pt x="5016273" y="51661"/>
                  </a:lnTo>
                  <a:lnTo>
                    <a:pt x="5019674" y="71196"/>
                  </a:lnTo>
                  <a:lnTo>
                    <a:pt x="5019674" y="1088695"/>
                  </a:lnTo>
                  <a:lnTo>
                    <a:pt x="5018772" y="1090870"/>
                  </a:lnTo>
                  <a:lnTo>
                    <a:pt x="5015169" y="1094473"/>
                  </a:lnTo>
                  <a:lnTo>
                    <a:pt x="5012995" y="1095374"/>
                  </a:lnTo>
                  <a:close/>
                </a:path>
              </a:pathLst>
            </a:custGeom>
            <a:solidFill>
              <a:srgbClr val="F9F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062" y="4515700"/>
              <a:ext cx="5038725" cy="1104265"/>
            </a:xfrm>
            <a:custGeom>
              <a:avLst/>
              <a:gdLst/>
              <a:ahLst/>
              <a:cxnLst/>
              <a:rect l="l" t="t" r="r" b="b"/>
              <a:pathLst>
                <a:path w="5038725" h="1104264">
                  <a:moveTo>
                    <a:pt x="5038725" y="75349"/>
                  </a:moveTo>
                  <a:lnTo>
                    <a:pt x="5025898" y="33007"/>
                  </a:lnTo>
                  <a:lnTo>
                    <a:pt x="4991697" y="4953"/>
                  </a:lnTo>
                  <a:lnTo>
                    <a:pt x="4973282" y="0"/>
                  </a:lnTo>
                  <a:lnTo>
                    <a:pt x="4977396" y="1092"/>
                  </a:lnTo>
                  <a:lnTo>
                    <a:pt x="4991405" y="8826"/>
                  </a:lnTo>
                  <a:lnTo>
                    <a:pt x="5015331" y="46189"/>
                  </a:lnTo>
                  <a:lnTo>
                    <a:pt x="5019675" y="75349"/>
                  </a:lnTo>
                  <a:lnTo>
                    <a:pt x="5019675" y="1084999"/>
                  </a:lnTo>
                  <a:lnTo>
                    <a:pt x="5018735" y="1084999"/>
                  </a:lnTo>
                  <a:lnTo>
                    <a:pt x="20002" y="1084999"/>
                  </a:lnTo>
                  <a:lnTo>
                    <a:pt x="19050" y="1084999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084999"/>
                  </a:lnTo>
                  <a:lnTo>
                    <a:pt x="0" y="1090485"/>
                  </a:lnTo>
                  <a:lnTo>
                    <a:pt x="1841" y="1094905"/>
                  </a:lnTo>
                  <a:lnTo>
                    <a:pt x="5969" y="1099032"/>
                  </a:lnTo>
                  <a:lnTo>
                    <a:pt x="9156" y="1102220"/>
                  </a:lnTo>
                  <a:lnTo>
                    <a:pt x="13576" y="1104049"/>
                  </a:lnTo>
                  <a:lnTo>
                    <a:pt x="5025161" y="1104049"/>
                  </a:lnTo>
                  <a:lnTo>
                    <a:pt x="5029581" y="1102220"/>
                  </a:lnTo>
                  <a:lnTo>
                    <a:pt x="5036896" y="1094905"/>
                  </a:lnTo>
                  <a:lnTo>
                    <a:pt x="5038725" y="1090485"/>
                  </a:lnTo>
                  <a:lnTo>
                    <a:pt x="5038725" y="1084999"/>
                  </a:lnTo>
                  <a:lnTo>
                    <a:pt x="5038725" y="75349"/>
                  </a:lnTo>
                  <a:close/>
                </a:path>
              </a:pathLst>
            </a:custGeom>
            <a:solidFill>
              <a:srgbClr val="D4C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62" y="4286249"/>
              <a:ext cx="5038725" cy="457200"/>
            </a:xfrm>
            <a:custGeom>
              <a:avLst/>
              <a:gdLst/>
              <a:ahLst/>
              <a:cxnLst/>
              <a:rect l="l" t="t" r="r" b="b"/>
              <a:pathLst>
                <a:path w="5038725" h="457200">
                  <a:moveTo>
                    <a:pt x="5038725" y="225818"/>
                  </a:moveTo>
                  <a:lnTo>
                    <a:pt x="5022469" y="209550"/>
                  </a:lnTo>
                  <a:lnTo>
                    <a:pt x="2746425" y="209550"/>
                  </a:lnTo>
                  <a:lnTo>
                    <a:pt x="2746413" y="209194"/>
                  </a:lnTo>
                  <a:lnTo>
                    <a:pt x="2739263" y="165887"/>
                  </a:lnTo>
                  <a:lnTo>
                    <a:pt x="2723807" y="124790"/>
                  </a:lnTo>
                  <a:lnTo>
                    <a:pt x="2700617" y="87503"/>
                  </a:lnTo>
                  <a:lnTo>
                    <a:pt x="2670606" y="55460"/>
                  </a:lnTo>
                  <a:lnTo>
                    <a:pt x="2634919" y="29895"/>
                  </a:lnTo>
                  <a:lnTo>
                    <a:pt x="2594927" y="11772"/>
                  </a:lnTo>
                  <a:lnTo>
                    <a:pt x="2552179" y="1803"/>
                  </a:lnTo>
                  <a:lnTo>
                    <a:pt x="2530271" y="0"/>
                  </a:lnTo>
                  <a:lnTo>
                    <a:pt x="2515603" y="0"/>
                  </a:lnTo>
                  <a:lnTo>
                    <a:pt x="2472080" y="5740"/>
                  </a:lnTo>
                  <a:lnTo>
                    <a:pt x="2430513" y="19850"/>
                  </a:lnTo>
                  <a:lnTo>
                    <a:pt x="2392489" y="41808"/>
                  </a:lnTo>
                  <a:lnTo>
                    <a:pt x="2359482" y="70751"/>
                  </a:lnTo>
                  <a:lnTo>
                    <a:pt x="2332748" y="105575"/>
                  </a:lnTo>
                  <a:lnTo>
                    <a:pt x="2313330" y="144957"/>
                  </a:lnTo>
                  <a:lnTo>
                    <a:pt x="2301976" y="187363"/>
                  </a:lnTo>
                  <a:lnTo>
                    <a:pt x="2299436" y="209550"/>
                  </a:lnTo>
                  <a:lnTo>
                    <a:pt x="16268" y="209550"/>
                  </a:lnTo>
                  <a:lnTo>
                    <a:pt x="0" y="225818"/>
                  </a:lnTo>
                  <a:lnTo>
                    <a:pt x="0" y="285750"/>
                  </a:lnTo>
                  <a:lnTo>
                    <a:pt x="2305215" y="285750"/>
                  </a:lnTo>
                  <a:lnTo>
                    <a:pt x="2306612" y="291325"/>
                  </a:lnTo>
                  <a:lnTo>
                    <a:pt x="2322080" y="332422"/>
                  </a:lnTo>
                  <a:lnTo>
                    <a:pt x="2345258" y="369697"/>
                  </a:lnTo>
                  <a:lnTo>
                    <a:pt x="2375268" y="401751"/>
                  </a:lnTo>
                  <a:lnTo>
                    <a:pt x="2410955" y="427316"/>
                  </a:lnTo>
                  <a:lnTo>
                    <a:pt x="2450947" y="445439"/>
                  </a:lnTo>
                  <a:lnTo>
                    <a:pt x="2493708" y="455409"/>
                  </a:lnTo>
                  <a:lnTo>
                    <a:pt x="2515603" y="457200"/>
                  </a:lnTo>
                  <a:lnTo>
                    <a:pt x="2530271" y="457200"/>
                  </a:lnTo>
                  <a:lnTo>
                    <a:pt x="2573794" y="451472"/>
                  </a:lnTo>
                  <a:lnTo>
                    <a:pt x="2615374" y="437362"/>
                  </a:lnTo>
                  <a:lnTo>
                    <a:pt x="2653398" y="415404"/>
                  </a:lnTo>
                  <a:lnTo>
                    <a:pt x="2686405" y="386461"/>
                  </a:lnTo>
                  <a:lnTo>
                    <a:pt x="2713126" y="351624"/>
                  </a:lnTo>
                  <a:lnTo>
                    <a:pt x="2732544" y="312254"/>
                  </a:lnTo>
                  <a:lnTo>
                    <a:pt x="2740647" y="285750"/>
                  </a:lnTo>
                  <a:lnTo>
                    <a:pt x="5038725" y="285750"/>
                  </a:lnTo>
                  <a:lnTo>
                    <a:pt x="5038725" y="225818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64767" y="4379277"/>
            <a:ext cx="110489" cy="241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b="1" spc="-50" dirty="0">
                <a:latin typeface="Georgia"/>
                <a:cs typeface="Georgia"/>
              </a:rPr>
              <a:t>1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443" y="4848097"/>
            <a:ext cx="2845435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Calculate</a:t>
            </a:r>
            <a:r>
              <a:rPr sz="1450" b="1" spc="-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Term</a:t>
            </a:r>
            <a:r>
              <a:rPr sz="1450" b="1" spc="-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Frequency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Count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occurrences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each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91198" y="4286249"/>
            <a:ext cx="5038725" cy="1333500"/>
            <a:chOff x="5791198" y="4286249"/>
            <a:chExt cx="5038725" cy="1333500"/>
          </a:xfrm>
        </p:grpSpPr>
        <p:sp>
          <p:nvSpPr>
            <p:cNvPr id="16" name="object 16"/>
            <p:cNvSpPr/>
            <p:nvPr/>
          </p:nvSpPr>
          <p:spPr>
            <a:xfrm>
              <a:off x="5800724" y="4514849"/>
              <a:ext cx="5019675" cy="1095375"/>
            </a:xfrm>
            <a:custGeom>
              <a:avLst/>
              <a:gdLst/>
              <a:ahLst/>
              <a:cxnLst/>
              <a:rect l="l" t="t" r="r" b="b"/>
              <a:pathLst>
                <a:path w="5019675" h="1095375">
                  <a:moveTo>
                    <a:pt x="5012994" y="1095374"/>
                  </a:moveTo>
                  <a:lnTo>
                    <a:pt x="6679" y="1095374"/>
                  </a:lnTo>
                  <a:lnTo>
                    <a:pt x="4503" y="1094473"/>
                  </a:lnTo>
                  <a:lnTo>
                    <a:pt x="900" y="1090870"/>
                  </a:lnTo>
                  <a:lnTo>
                    <a:pt x="0" y="1088695"/>
                  </a:lnTo>
                  <a:lnTo>
                    <a:pt x="0" y="1086147"/>
                  </a:lnTo>
                  <a:lnTo>
                    <a:pt x="0" y="71196"/>
                  </a:lnTo>
                  <a:lnTo>
                    <a:pt x="13668" y="29704"/>
                  </a:lnTo>
                  <a:lnTo>
                    <a:pt x="45203" y="3885"/>
                  </a:lnTo>
                  <a:lnTo>
                    <a:pt x="62296" y="0"/>
                  </a:lnTo>
                  <a:lnTo>
                    <a:pt x="4957377" y="0"/>
                  </a:lnTo>
                  <a:lnTo>
                    <a:pt x="4993682" y="15621"/>
                  </a:lnTo>
                  <a:lnTo>
                    <a:pt x="5016273" y="51661"/>
                  </a:lnTo>
                  <a:lnTo>
                    <a:pt x="5019673" y="71196"/>
                  </a:lnTo>
                  <a:lnTo>
                    <a:pt x="5019673" y="1088695"/>
                  </a:lnTo>
                  <a:lnTo>
                    <a:pt x="5018772" y="1090870"/>
                  </a:lnTo>
                  <a:lnTo>
                    <a:pt x="5015170" y="1094473"/>
                  </a:lnTo>
                  <a:lnTo>
                    <a:pt x="5012994" y="1095374"/>
                  </a:lnTo>
                  <a:close/>
                </a:path>
              </a:pathLst>
            </a:custGeom>
            <a:solidFill>
              <a:srgbClr val="F9F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91187" y="4515700"/>
              <a:ext cx="5038725" cy="1104265"/>
            </a:xfrm>
            <a:custGeom>
              <a:avLst/>
              <a:gdLst/>
              <a:ahLst/>
              <a:cxnLst/>
              <a:rect l="l" t="t" r="r" b="b"/>
              <a:pathLst>
                <a:path w="5038725" h="1104264">
                  <a:moveTo>
                    <a:pt x="5038725" y="75349"/>
                  </a:moveTo>
                  <a:lnTo>
                    <a:pt x="5025898" y="33007"/>
                  </a:lnTo>
                  <a:lnTo>
                    <a:pt x="4991684" y="4953"/>
                  </a:lnTo>
                  <a:lnTo>
                    <a:pt x="4973282" y="0"/>
                  </a:lnTo>
                  <a:lnTo>
                    <a:pt x="4977396" y="1092"/>
                  </a:lnTo>
                  <a:lnTo>
                    <a:pt x="4991405" y="8826"/>
                  </a:lnTo>
                  <a:lnTo>
                    <a:pt x="5015331" y="46189"/>
                  </a:lnTo>
                  <a:lnTo>
                    <a:pt x="5019675" y="75349"/>
                  </a:lnTo>
                  <a:lnTo>
                    <a:pt x="5019675" y="1084999"/>
                  </a:lnTo>
                  <a:lnTo>
                    <a:pt x="5018722" y="1084999"/>
                  </a:lnTo>
                  <a:lnTo>
                    <a:pt x="20002" y="1084999"/>
                  </a:lnTo>
                  <a:lnTo>
                    <a:pt x="19050" y="1084999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084999"/>
                  </a:lnTo>
                  <a:lnTo>
                    <a:pt x="0" y="1090485"/>
                  </a:lnTo>
                  <a:lnTo>
                    <a:pt x="1841" y="1094905"/>
                  </a:lnTo>
                  <a:lnTo>
                    <a:pt x="5969" y="1099032"/>
                  </a:lnTo>
                  <a:lnTo>
                    <a:pt x="9156" y="1102220"/>
                  </a:lnTo>
                  <a:lnTo>
                    <a:pt x="13576" y="1104049"/>
                  </a:lnTo>
                  <a:lnTo>
                    <a:pt x="5025161" y="1104049"/>
                  </a:lnTo>
                  <a:lnTo>
                    <a:pt x="5029581" y="1102220"/>
                  </a:lnTo>
                  <a:lnTo>
                    <a:pt x="5036896" y="1094905"/>
                  </a:lnTo>
                  <a:lnTo>
                    <a:pt x="5038725" y="1090485"/>
                  </a:lnTo>
                  <a:lnTo>
                    <a:pt x="5038725" y="1084999"/>
                  </a:lnTo>
                  <a:lnTo>
                    <a:pt x="5038725" y="75349"/>
                  </a:lnTo>
                  <a:close/>
                </a:path>
              </a:pathLst>
            </a:custGeom>
            <a:solidFill>
              <a:srgbClr val="D4C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91187" y="4286249"/>
              <a:ext cx="5038725" cy="457200"/>
            </a:xfrm>
            <a:custGeom>
              <a:avLst/>
              <a:gdLst/>
              <a:ahLst/>
              <a:cxnLst/>
              <a:rect l="l" t="t" r="r" b="b"/>
              <a:pathLst>
                <a:path w="5038725" h="457200">
                  <a:moveTo>
                    <a:pt x="5038725" y="225818"/>
                  </a:moveTo>
                  <a:lnTo>
                    <a:pt x="5022469" y="209550"/>
                  </a:lnTo>
                  <a:lnTo>
                    <a:pt x="2746006" y="209550"/>
                  </a:lnTo>
                  <a:lnTo>
                    <a:pt x="2744940" y="198742"/>
                  </a:lnTo>
                  <a:lnTo>
                    <a:pt x="2734767" y="155079"/>
                  </a:lnTo>
                  <a:lnTo>
                    <a:pt x="2716250" y="114236"/>
                  </a:lnTo>
                  <a:lnTo>
                    <a:pt x="2690139" y="77800"/>
                  </a:lnTo>
                  <a:lnTo>
                    <a:pt x="2657411" y="47142"/>
                  </a:lnTo>
                  <a:lnTo>
                    <a:pt x="2619337" y="23469"/>
                  </a:lnTo>
                  <a:lnTo>
                    <a:pt x="2577376" y="7670"/>
                  </a:lnTo>
                  <a:lnTo>
                    <a:pt x="2533129" y="368"/>
                  </a:lnTo>
                  <a:lnTo>
                    <a:pt x="2525661" y="0"/>
                  </a:lnTo>
                  <a:lnTo>
                    <a:pt x="2510688" y="0"/>
                  </a:lnTo>
                  <a:lnTo>
                    <a:pt x="2466238" y="5854"/>
                  </a:lnTo>
                  <a:lnTo>
                    <a:pt x="2423782" y="20269"/>
                  </a:lnTo>
                  <a:lnTo>
                    <a:pt x="2384945" y="42697"/>
                  </a:lnTo>
                  <a:lnTo>
                    <a:pt x="2351240" y="72250"/>
                  </a:lnTo>
                  <a:lnTo>
                    <a:pt x="2323947" y="107823"/>
                  </a:lnTo>
                  <a:lnTo>
                    <a:pt x="2304110" y="148043"/>
                  </a:lnTo>
                  <a:lnTo>
                    <a:pt x="2292515" y="191350"/>
                  </a:lnTo>
                  <a:lnTo>
                    <a:pt x="2290343" y="209550"/>
                  </a:lnTo>
                  <a:lnTo>
                    <a:pt x="16268" y="209550"/>
                  </a:lnTo>
                  <a:lnTo>
                    <a:pt x="0" y="225818"/>
                  </a:lnTo>
                  <a:lnTo>
                    <a:pt x="0" y="285750"/>
                  </a:lnTo>
                  <a:lnTo>
                    <a:pt x="2296731" y="285750"/>
                  </a:lnTo>
                  <a:lnTo>
                    <a:pt x="2297252" y="287794"/>
                  </a:lnTo>
                  <a:lnTo>
                    <a:pt x="2313038" y="329768"/>
                  </a:lnTo>
                  <a:lnTo>
                    <a:pt x="2336723" y="367842"/>
                  </a:lnTo>
                  <a:lnTo>
                    <a:pt x="2367369" y="400570"/>
                  </a:lnTo>
                  <a:lnTo>
                    <a:pt x="2403818" y="426681"/>
                  </a:lnTo>
                  <a:lnTo>
                    <a:pt x="2444648" y="445185"/>
                  </a:lnTo>
                  <a:lnTo>
                    <a:pt x="2488323" y="455371"/>
                  </a:lnTo>
                  <a:lnTo>
                    <a:pt x="2510688" y="457200"/>
                  </a:lnTo>
                  <a:lnTo>
                    <a:pt x="2525661" y="457200"/>
                  </a:lnTo>
                  <a:lnTo>
                    <a:pt x="2570124" y="451358"/>
                  </a:lnTo>
                  <a:lnTo>
                    <a:pt x="2612580" y="436943"/>
                  </a:lnTo>
                  <a:lnTo>
                    <a:pt x="2651404" y="414515"/>
                  </a:lnTo>
                  <a:lnTo>
                    <a:pt x="2685110" y="384962"/>
                  </a:lnTo>
                  <a:lnTo>
                    <a:pt x="2712415" y="349389"/>
                  </a:lnTo>
                  <a:lnTo>
                    <a:pt x="2732240" y="309168"/>
                  </a:lnTo>
                  <a:lnTo>
                    <a:pt x="2739618" y="285750"/>
                  </a:lnTo>
                  <a:lnTo>
                    <a:pt x="5038725" y="285750"/>
                  </a:lnTo>
                  <a:lnTo>
                    <a:pt x="5038725" y="225818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42647" y="4379277"/>
            <a:ext cx="134620" cy="241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b="1" spc="-50" dirty="0">
                <a:latin typeface="Georgia"/>
                <a:cs typeface="Georgia"/>
              </a:rPr>
              <a:t>2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46377" y="4848097"/>
            <a:ext cx="3649345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Calculate</a:t>
            </a:r>
            <a:r>
              <a:rPr sz="1450" b="1" spc="-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Inverse</a:t>
            </a:r>
            <a:r>
              <a:rPr sz="1450" b="1" spc="-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450" b="1" spc="-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Frequency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Measure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rarity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across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all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0074" y="5772149"/>
            <a:ext cx="5038725" cy="1333500"/>
            <a:chOff x="600074" y="5772149"/>
            <a:chExt cx="5038725" cy="1333500"/>
          </a:xfrm>
        </p:grpSpPr>
        <p:sp>
          <p:nvSpPr>
            <p:cNvPr id="22" name="object 22"/>
            <p:cNvSpPr/>
            <p:nvPr/>
          </p:nvSpPr>
          <p:spPr>
            <a:xfrm>
              <a:off x="609599" y="6000749"/>
              <a:ext cx="5019675" cy="1095375"/>
            </a:xfrm>
            <a:custGeom>
              <a:avLst/>
              <a:gdLst/>
              <a:ahLst/>
              <a:cxnLst/>
              <a:rect l="l" t="t" r="r" b="b"/>
              <a:pathLst>
                <a:path w="5019675" h="1095375">
                  <a:moveTo>
                    <a:pt x="5012995" y="1095374"/>
                  </a:moveTo>
                  <a:lnTo>
                    <a:pt x="6679" y="1095374"/>
                  </a:lnTo>
                  <a:lnTo>
                    <a:pt x="4504" y="1094473"/>
                  </a:lnTo>
                  <a:lnTo>
                    <a:pt x="900" y="1090869"/>
                  </a:lnTo>
                  <a:lnTo>
                    <a:pt x="0" y="1088695"/>
                  </a:lnTo>
                  <a:lnTo>
                    <a:pt x="0" y="1086147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4957377" y="0"/>
                  </a:lnTo>
                  <a:lnTo>
                    <a:pt x="4993681" y="15621"/>
                  </a:lnTo>
                  <a:lnTo>
                    <a:pt x="5016273" y="51660"/>
                  </a:lnTo>
                  <a:lnTo>
                    <a:pt x="5019674" y="71196"/>
                  </a:lnTo>
                  <a:lnTo>
                    <a:pt x="5019674" y="1088695"/>
                  </a:lnTo>
                  <a:lnTo>
                    <a:pt x="5018772" y="1090869"/>
                  </a:lnTo>
                  <a:lnTo>
                    <a:pt x="5015169" y="1094473"/>
                  </a:lnTo>
                  <a:lnTo>
                    <a:pt x="5012995" y="1095374"/>
                  </a:lnTo>
                  <a:close/>
                </a:path>
              </a:pathLst>
            </a:custGeom>
            <a:solidFill>
              <a:srgbClr val="F9F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0062" y="6001600"/>
              <a:ext cx="5038725" cy="1104265"/>
            </a:xfrm>
            <a:custGeom>
              <a:avLst/>
              <a:gdLst/>
              <a:ahLst/>
              <a:cxnLst/>
              <a:rect l="l" t="t" r="r" b="b"/>
              <a:pathLst>
                <a:path w="5038725" h="1104265">
                  <a:moveTo>
                    <a:pt x="5038725" y="75349"/>
                  </a:moveTo>
                  <a:lnTo>
                    <a:pt x="5025898" y="33007"/>
                  </a:lnTo>
                  <a:lnTo>
                    <a:pt x="4991697" y="4953"/>
                  </a:lnTo>
                  <a:lnTo>
                    <a:pt x="4973282" y="0"/>
                  </a:lnTo>
                  <a:lnTo>
                    <a:pt x="4977396" y="1092"/>
                  </a:lnTo>
                  <a:lnTo>
                    <a:pt x="4991405" y="8826"/>
                  </a:lnTo>
                  <a:lnTo>
                    <a:pt x="5015331" y="46189"/>
                  </a:lnTo>
                  <a:lnTo>
                    <a:pt x="5019675" y="75349"/>
                  </a:lnTo>
                  <a:lnTo>
                    <a:pt x="5019675" y="1084999"/>
                  </a:lnTo>
                  <a:lnTo>
                    <a:pt x="5018722" y="1084999"/>
                  </a:lnTo>
                  <a:lnTo>
                    <a:pt x="20002" y="1084999"/>
                  </a:lnTo>
                  <a:lnTo>
                    <a:pt x="19050" y="1084999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084999"/>
                  </a:lnTo>
                  <a:lnTo>
                    <a:pt x="0" y="1090485"/>
                  </a:lnTo>
                  <a:lnTo>
                    <a:pt x="1841" y="1094905"/>
                  </a:lnTo>
                  <a:lnTo>
                    <a:pt x="9156" y="1102220"/>
                  </a:lnTo>
                  <a:lnTo>
                    <a:pt x="13576" y="1104049"/>
                  </a:lnTo>
                  <a:lnTo>
                    <a:pt x="5025161" y="1104049"/>
                  </a:lnTo>
                  <a:lnTo>
                    <a:pt x="5029581" y="1102220"/>
                  </a:lnTo>
                  <a:lnTo>
                    <a:pt x="5036896" y="1094905"/>
                  </a:lnTo>
                  <a:lnTo>
                    <a:pt x="5038725" y="1090485"/>
                  </a:lnTo>
                  <a:lnTo>
                    <a:pt x="5038725" y="1084999"/>
                  </a:lnTo>
                  <a:lnTo>
                    <a:pt x="5038725" y="75349"/>
                  </a:lnTo>
                  <a:close/>
                </a:path>
              </a:pathLst>
            </a:custGeom>
            <a:solidFill>
              <a:srgbClr val="D4C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0062" y="5772150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5038725" y="225818"/>
                  </a:moveTo>
                  <a:lnTo>
                    <a:pt x="5022469" y="209550"/>
                  </a:lnTo>
                  <a:lnTo>
                    <a:pt x="2746425" y="209550"/>
                  </a:lnTo>
                  <a:lnTo>
                    <a:pt x="2746413" y="209194"/>
                  </a:lnTo>
                  <a:lnTo>
                    <a:pt x="2739263" y="165887"/>
                  </a:lnTo>
                  <a:lnTo>
                    <a:pt x="2723807" y="124790"/>
                  </a:lnTo>
                  <a:lnTo>
                    <a:pt x="2700617" y="87503"/>
                  </a:lnTo>
                  <a:lnTo>
                    <a:pt x="2670606" y="55460"/>
                  </a:lnTo>
                  <a:lnTo>
                    <a:pt x="2634919" y="29895"/>
                  </a:lnTo>
                  <a:lnTo>
                    <a:pt x="2594927" y="11772"/>
                  </a:lnTo>
                  <a:lnTo>
                    <a:pt x="2552179" y="1803"/>
                  </a:lnTo>
                  <a:lnTo>
                    <a:pt x="2530271" y="0"/>
                  </a:lnTo>
                  <a:lnTo>
                    <a:pt x="2515603" y="0"/>
                  </a:lnTo>
                  <a:lnTo>
                    <a:pt x="2472080" y="5740"/>
                  </a:lnTo>
                  <a:lnTo>
                    <a:pt x="2430513" y="19850"/>
                  </a:lnTo>
                  <a:lnTo>
                    <a:pt x="2392489" y="41808"/>
                  </a:lnTo>
                  <a:lnTo>
                    <a:pt x="2359482" y="70751"/>
                  </a:lnTo>
                  <a:lnTo>
                    <a:pt x="2332748" y="105575"/>
                  </a:lnTo>
                  <a:lnTo>
                    <a:pt x="2313330" y="144957"/>
                  </a:lnTo>
                  <a:lnTo>
                    <a:pt x="2301976" y="187363"/>
                  </a:lnTo>
                  <a:lnTo>
                    <a:pt x="2299436" y="209550"/>
                  </a:lnTo>
                  <a:lnTo>
                    <a:pt x="16268" y="209550"/>
                  </a:lnTo>
                  <a:lnTo>
                    <a:pt x="0" y="225818"/>
                  </a:lnTo>
                  <a:lnTo>
                    <a:pt x="0" y="285750"/>
                  </a:lnTo>
                  <a:lnTo>
                    <a:pt x="2307806" y="285750"/>
                  </a:lnTo>
                  <a:lnTo>
                    <a:pt x="2310866" y="295833"/>
                  </a:lnTo>
                  <a:lnTo>
                    <a:pt x="2328989" y="335826"/>
                  </a:lnTo>
                  <a:lnTo>
                    <a:pt x="2354567" y="371513"/>
                  </a:lnTo>
                  <a:lnTo>
                    <a:pt x="2386609" y="401523"/>
                  </a:lnTo>
                  <a:lnTo>
                    <a:pt x="2423884" y="424700"/>
                  </a:lnTo>
                  <a:lnTo>
                    <a:pt x="2464981" y="440169"/>
                  </a:lnTo>
                  <a:lnTo>
                    <a:pt x="2508300" y="447319"/>
                  </a:lnTo>
                  <a:lnTo>
                    <a:pt x="2515603" y="447675"/>
                  </a:lnTo>
                  <a:lnTo>
                    <a:pt x="2530271" y="447675"/>
                  </a:lnTo>
                  <a:lnTo>
                    <a:pt x="2573794" y="441947"/>
                  </a:lnTo>
                  <a:lnTo>
                    <a:pt x="2615374" y="427837"/>
                  </a:lnTo>
                  <a:lnTo>
                    <a:pt x="2653398" y="405879"/>
                  </a:lnTo>
                  <a:lnTo>
                    <a:pt x="2686405" y="376936"/>
                  </a:lnTo>
                  <a:lnTo>
                    <a:pt x="2713126" y="342099"/>
                  </a:lnTo>
                  <a:lnTo>
                    <a:pt x="2732544" y="302729"/>
                  </a:lnTo>
                  <a:lnTo>
                    <a:pt x="2738056" y="285750"/>
                  </a:lnTo>
                  <a:lnTo>
                    <a:pt x="5038725" y="285750"/>
                  </a:lnTo>
                  <a:lnTo>
                    <a:pt x="5038725" y="225818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53010" y="5865177"/>
            <a:ext cx="133985" cy="241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b="1" spc="-50" dirty="0">
                <a:latin typeface="Georgia"/>
                <a:cs typeface="Georgia"/>
              </a:rPr>
              <a:t>3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6443" y="6333997"/>
            <a:ext cx="2244090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Compute</a:t>
            </a:r>
            <a:r>
              <a:rPr sz="1450" b="1" spc="-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TF-</a:t>
            </a:r>
            <a:r>
              <a:rPr sz="1450" b="1" dirty="0">
                <a:solidFill>
                  <a:srgbClr val="736558"/>
                </a:solidFill>
                <a:latin typeface="Georgia"/>
                <a:cs typeface="Georgia"/>
              </a:rPr>
              <a:t>IDF</a:t>
            </a:r>
            <a:r>
              <a:rPr sz="1450" b="1" spc="-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Score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Multiply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TF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by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IDF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each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word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91198" y="5772149"/>
            <a:ext cx="5038725" cy="1333500"/>
            <a:chOff x="5791198" y="5772149"/>
            <a:chExt cx="5038725" cy="1333500"/>
          </a:xfrm>
        </p:grpSpPr>
        <p:sp>
          <p:nvSpPr>
            <p:cNvPr id="28" name="object 28"/>
            <p:cNvSpPr/>
            <p:nvPr/>
          </p:nvSpPr>
          <p:spPr>
            <a:xfrm>
              <a:off x="5800724" y="6000749"/>
              <a:ext cx="5019675" cy="1095375"/>
            </a:xfrm>
            <a:custGeom>
              <a:avLst/>
              <a:gdLst/>
              <a:ahLst/>
              <a:cxnLst/>
              <a:rect l="l" t="t" r="r" b="b"/>
              <a:pathLst>
                <a:path w="5019675" h="1095375">
                  <a:moveTo>
                    <a:pt x="5012994" y="1095374"/>
                  </a:moveTo>
                  <a:lnTo>
                    <a:pt x="6679" y="1095374"/>
                  </a:lnTo>
                  <a:lnTo>
                    <a:pt x="4503" y="1094473"/>
                  </a:lnTo>
                  <a:lnTo>
                    <a:pt x="900" y="1090869"/>
                  </a:lnTo>
                  <a:lnTo>
                    <a:pt x="0" y="1088695"/>
                  </a:lnTo>
                  <a:lnTo>
                    <a:pt x="0" y="1086147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6" y="0"/>
                  </a:lnTo>
                  <a:lnTo>
                    <a:pt x="4957377" y="0"/>
                  </a:lnTo>
                  <a:lnTo>
                    <a:pt x="4993682" y="15621"/>
                  </a:lnTo>
                  <a:lnTo>
                    <a:pt x="5016273" y="51660"/>
                  </a:lnTo>
                  <a:lnTo>
                    <a:pt x="5019673" y="71196"/>
                  </a:lnTo>
                  <a:lnTo>
                    <a:pt x="5019673" y="1088695"/>
                  </a:lnTo>
                  <a:lnTo>
                    <a:pt x="5018772" y="1090869"/>
                  </a:lnTo>
                  <a:lnTo>
                    <a:pt x="5015170" y="1094473"/>
                  </a:lnTo>
                  <a:lnTo>
                    <a:pt x="5012994" y="1095374"/>
                  </a:lnTo>
                  <a:close/>
                </a:path>
              </a:pathLst>
            </a:custGeom>
            <a:solidFill>
              <a:srgbClr val="F9F5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91187" y="6001600"/>
              <a:ext cx="5038725" cy="1104265"/>
            </a:xfrm>
            <a:custGeom>
              <a:avLst/>
              <a:gdLst/>
              <a:ahLst/>
              <a:cxnLst/>
              <a:rect l="l" t="t" r="r" b="b"/>
              <a:pathLst>
                <a:path w="5038725" h="1104265">
                  <a:moveTo>
                    <a:pt x="5038725" y="75349"/>
                  </a:moveTo>
                  <a:lnTo>
                    <a:pt x="5025898" y="33007"/>
                  </a:lnTo>
                  <a:lnTo>
                    <a:pt x="4991684" y="4953"/>
                  </a:lnTo>
                  <a:lnTo>
                    <a:pt x="4973282" y="0"/>
                  </a:lnTo>
                  <a:lnTo>
                    <a:pt x="4977396" y="1092"/>
                  </a:lnTo>
                  <a:lnTo>
                    <a:pt x="4991405" y="8826"/>
                  </a:lnTo>
                  <a:lnTo>
                    <a:pt x="5015331" y="46189"/>
                  </a:lnTo>
                  <a:lnTo>
                    <a:pt x="5019675" y="75349"/>
                  </a:lnTo>
                  <a:lnTo>
                    <a:pt x="5019675" y="1084999"/>
                  </a:lnTo>
                  <a:lnTo>
                    <a:pt x="5018722" y="1084999"/>
                  </a:lnTo>
                  <a:lnTo>
                    <a:pt x="20002" y="1084999"/>
                  </a:lnTo>
                  <a:lnTo>
                    <a:pt x="19050" y="1084999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084999"/>
                  </a:lnTo>
                  <a:lnTo>
                    <a:pt x="0" y="1090485"/>
                  </a:lnTo>
                  <a:lnTo>
                    <a:pt x="1841" y="1094905"/>
                  </a:lnTo>
                  <a:lnTo>
                    <a:pt x="5969" y="1099032"/>
                  </a:lnTo>
                  <a:lnTo>
                    <a:pt x="9156" y="1102220"/>
                  </a:lnTo>
                  <a:lnTo>
                    <a:pt x="13576" y="1104049"/>
                  </a:lnTo>
                  <a:lnTo>
                    <a:pt x="5025161" y="1104049"/>
                  </a:lnTo>
                  <a:lnTo>
                    <a:pt x="5029581" y="1102220"/>
                  </a:lnTo>
                  <a:lnTo>
                    <a:pt x="5036896" y="1094905"/>
                  </a:lnTo>
                  <a:lnTo>
                    <a:pt x="5038725" y="1090485"/>
                  </a:lnTo>
                  <a:lnTo>
                    <a:pt x="5038725" y="1084999"/>
                  </a:lnTo>
                  <a:lnTo>
                    <a:pt x="5038725" y="75349"/>
                  </a:lnTo>
                  <a:close/>
                </a:path>
              </a:pathLst>
            </a:custGeom>
            <a:solidFill>
              <a:srgbClr val="D4C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91187" y="5772150"/>
              <a:ext cx="5038725" cy="447675"/>
            </a:xfrm>
            <a:custGeom>
              <a:avLst/>
              <a:gdLst/>
              <a:ahLst/>
              <a:cxnLst/>
              <a:rect l="l" t="t" r="r" b="b"/>
              <a:pathLst>
                <a:path w="5038725" h="447675">
                  <a:moveTo>
                    <a:pt x="5038725" y="225818"/>
                  </a:moveTo>
                  <a:lnTo>
                    <a:pt x="5022469" y="209550"/>
                  </a:lnTo>
                  <a:lnTo>
                    <a:pt x="2746425" y="209550"/>
                  </a:lnTo>
                  <a:lnTo>
                    <a:pt x="2746413" y="209194"/>
                  </a:lnTo>
                  <a:lnTo>
                    <a:pt x="2739263" y="165887"/>
                  </a:lnTo>
                  <a:lnTo>
                    <a:pt x="2723807" y="124790"/>
                  </a:lnTo>
                  <a:lnTo>
                    <a:pt x="2700617" y="87503"/>
                  </a:lnTo>
                  <a:lnTo>
                    <a:pt x="2670606" y="55460"/>
                  </a:lnTo>
                  <a:lnTo>
                    <a:pt x="2634919" y="29895"/>
                  </a:lnTo>
                  <a:lnTo>
                    <a:pt x="2594927" y="11772"/>
                  </a:lnTo>
                  <a:lnTo>
                    <a:pt x="2552179" y="1803"/>
                  </a:lnTo>
                  <a:lnTo>
                    <a:pt x="2530271" y="0"/>
                  </a:lnTo>
                  <a:lnTo>
                    <a:pt x="2506078" y="0"/>
                  </a:lnTo>
                  <a:lnTo>
                    <a:pt x="2462555" y="5740"/>
                  </a:lnTo>
                  <a:lnTo>
                    <a:pt x="2420988" y="19850"/>
                  </a:lnTo>
                  <a:lnTo>
                    <a:pt x="2382964" y="41808"/>
                  </a:lnTo>
                  <a:lnTo>
                    <a:pt x="2349957" y="70751"/>
                  </a:lnTo>
                  <a:lnTo>
                    <a:pt x="2323223" y="105575"/>
                  </a:lnTo>
                  <a:lnTo>
                    <a:pt x="2303805" y="144957"/>
                  </a:lnTo>
                  <a:lnTo>
                    <a:pt x="2292451" y="187363"/>
                  </a:lnTo>
                  <a:lnTo>
                    <a:pt x="2289911" y="209550"/>
                  </a:lnTo>
                  <a:lnTo>
                    <a:pt x="16268" y="209550"/>
                  </a:lnTo>
                  <a:lnTo>
                    <a:pt x="0" y="225818"/>
                  </a:lnTo>
                  <a:lnTo>
                    <a:pt x="0" y="285750"/>
                  </a:lnTo>
                  <a:lnTo>
                    <a:pt x="2298281" y="285750"/>
                  </a:lnTo>
                  <a:lnTo>
                    <a:pt x="2301341" y="295833"/>
                  </a:lnTo>
                  <a:lnTo>
                    <a:pt x="2319464" y="335826"/>
                  </a:lnTo>
                  <a:lnTo>
                    <a:pt x="2345042" y="371513"/>
                  </a:lnTo>
                  <a:lnTo>
                    <a:pt x="2377084" y="401523"/>
                  </a:lnTo>
                  <a:lnTo>
                    <a:pt x="2414359" y="424700"/>
                  </a:lnTo>
                  <a:lnTo>
                    <a:pt x="2455456" y="440169"/>
                  </a:lnTo>
                  <a:lnTo>
                    <a:pt x="2498775" y="447319"/>
                  </a:lnTo>
                  <a:lnTo>
                    <a:pt x="2506078" y="447675"/>
                  </a:lnTo>
                  <a:lnTo>
                    <a:pt x="2530271" y="447675"/>
                  </a:lnTo>
                  <a:lnTo>
                    <a:pt x="2573794" y="441947"/>
                  </a:lnTo>
                  <a:lnTo>
                    <a:pt x="2615374" y="427837"/>
                  </a:lnTo>
                  <a:lnTo>
                    <a:pt x="2653398" y="405879"/>
                  </a:lnTo>
                  <a:lnTo>
                    <a:pt x="2686405" y="376936"/>
                  </a:lnTo>
                  <a:lnTo>
                    <a:pt x="2713126" y="342099"/>
                  </a:lnTo>
                  <a:lnTo>
                    <a:pt x="2732544" y="302729"/>
                  </a:lnTo>
                  <a:lnTo>
                    <a:pt x="2738056" y="285750"/>
                  </a:lnTo>
                  <a:lnTo>
                    <a:pt x="5038725" y="285750"/>
                  </a:lnTo>
                  <a:lnTo>
                    <a:pt x="5038725" y="225818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241010" y="5865177"/>
            <a:ext cx="137795" cy="241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b="1" spc="-50" dirty="0">
                <a:latin typeface="Georgia"/>
                <a:cs typeface="Georgia"/>
              </a:rPr>
              <a:t>4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46377" y="6333997"/>
            <a:ext cx="3663315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Create</a:t>
            </a:r>
            <a:r>
              <a:rPr sz="1450" b="1" spc="-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450" b="1" spc="-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Vectors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Combine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all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scores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into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numerical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representation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553450"/>
          </a:xfrm>
          <a:custGeom>
            <a:avLst/>
            <a:gdLst/>
            <a:ahLst/>
            <a:cxnLst/>
            <a:rect l="l" t="t" r="r" b="b"/>
            <a:pathLst>
              <a:path w="11430000" h="8553450">
                <a:moveTo>
                  <a:pt x="11429999" y="8553449"/>
                </a:moveTo>
                <a:lnTo>
                  <a:pt x="0" y="85534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55344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4" y="364775"/>
            <a:ext cx="488315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Logistic</a:t>
            </a:r>
            <a:r>
              <a:rPr spc="-75" dirty="0"/>
              <a:t> </a:t>
            </a:r>
            <a:r>
              <a:rPr spc="-80" dirty="0"/>
              <a:t>Regression</a:t>
            </a:r>
            <a:r>
              <a:rPr spc="-75" dirty="0"/>
              <a:t> </a:t>
            </a:r>
            <a:r>
              <a:rPr spc="-30"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122203"/>
            <a:ext cx="10146030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Logistic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Regression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powerful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interpretable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algorithm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tasks.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Despite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name,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it's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used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classification,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not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regression!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works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by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finding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best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line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(or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hyperplane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higher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dimensions)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separates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different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categories.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4" y="1828799"/>
            <a:ext cx="3314700" cy="2428875"/>
            <a:chOff x="600074" y="1828799"/>
            <a:chExt cx="3314700" cy="2428875"/>
          </a:xfrm>
        </p:grpSpPr>
        <p:sp>
          <p:nvSpPr>
            <p:cNvPr id="6" name="object 6"/>
            <p:cNvSpPr/>
            <p:nvPr/>
          </p:nvSpPr>
          <p:spPr>
            <a:xfrm>
              <a:off x="600074" y="1828799"/>
              <a:ext cx="3314700" cy="2428875"/>
            </a:xfrm>
            <a:custGeom>
              <a:avLst/>
              <a:gdLst/>
              <a:ahLst/>
              <a:cxnLst/>
              <a:rect l="l" t="t" r="r" b="b"/>
              <a:pathLst>
                <a:path w="3314700" h="2428875">
                  <a:moveTo>
                    <a:pt x="3298433" y="2428874"/>
                  </a:moveTo>
                  <a:lnTo>
                    <a:pt x="16265" y="2428874"/>
                  </a:lnTo>
                  <a:lnTo>
                    <a:pt x="13873" y="2428398"/>
                  </a:lnTo>
                  <a:lnTo>
                    <a:pt x="0" y="2412608"/>
                  </a:lnTo>
                  <a:lnTo>
                    <a:pt x="0" y="2410122"/>
                  </a:lnTo>
                  <a:lnTo>
                    <a:pt x="0" y="16265"/>
                  </a:lnTo>
                  <a:lnTo>
                    <a:pt x="16265" y="0"/>
                  </a:lnTo>
                  <a:lnTo>
                    <a:pt x="3298433" y="0"/>
                  </a:lnTo>
                  <a:lnTo>
                    <a:pt x="3314699" y="16265"/>
                  </a:lnTo>
                  <a:lnTo>
                    <a:pt x="3314699" y="2412608"/>
                  </a:lnTo>
                  <a:lnTo>
                    <a:pt x="3300825" y="2428398"/>
                  </a:lnTo>
                  <a:lnTo>
                    <a:pt x="3298433" y="2428874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2474" y="1981199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4"/>
                  </a:moveTo>
                  <a:lnTo>
                    <a:pt x="216506" y="447674"/>
                  </a:lnTo>
                  <a:lnTo>
                    <a:pt x="209193" y="447315"/>
                  </a:lnTo>
                  <a:lnTo>
                    <a:pt x="165876" y="440164"/>
                  </a:lnTo>
                  <a:lnTo>
                    <a:pt x="124786" y="424699"/>
                  </a:lnTo>
                  <a:lnTo>
                    <a:pt x="87503" y="401516"/>
                  </a:lnTo>
                  <a:lnTo>
                    <a:pt x="55459" y="371505"/>
                  </a:lnTo>
                  <a:lnTo>
                    <a:pt x="29886" y="335818"/>
                  </a:lnTo>
                  <a:lnTo>
                    <a:pt x="11766" y="295828"/>
                  </a:lnTo>
                  <a:lnTo>
                    <a:pt x="1796" y="253072"/>
                  </a:lnTo>
                  <a:lnTo>
                    <a:pt x="0" y="231168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6" y="93384"/>
                  </a:lnTo>
                  <a:lnTo>
                    <a:pt x="70744" y="60376"/>
                  </a:lnTo>
                  <a:lnTo>
                    <a:pt x="105575" y="33650"/>
                  </a:lnTo>
                  <a:lnTo>
                    <a:pt x="144951" y="14232"/>
                  </a:lnTo>
                  <a:lnTo>
                    <a:pt x="187359" y="2870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6" y="5731"/>
                  </a:lnTo>
                  <a:lnTo>
                    <a:pt x="316269" y="19843"/>
                  </a:lnTo>
                  <a:lnTo>
                    <a:pt x="354290" y="41795"/>
                  </a:lnTo>
                  <a:lnTo>
                    <a:pt x="387298" y="70743"/>
                  </a:lnTo>
                  <a:lnTo>
                    <a:pt x="414024" y="105574"/>
                  </a:lnTo>
                  <a:lnTo>
                    <a:pt x="433441" y="144951"/>
                  </a:lnTo>
                  <a:lnTo>
                    <a:pt x="444804" y="187358"/>
                  </a:lnTo>
                  <a:lnTo>
                    <a:pt x="447674" y="216506"/>
                  </a:lnTo>
                  <a:lnTo>
                    <a:pt x="447674" y="223837"/>
                  </a:lnTo>
                  <a:lnTo>
                    <a:pt x="447674" y="231168"/>
                  </a:lnTo>
                  <a:lnTo>
                    <a:pt x="441943" y="274695"/>
                  </a:lnTo>
                  <a:lnTo>
                    <a:pt x="427830" y="316268"/>
                  </a:lnTo>
                  <a:lnTo>
                    <a:pt x="405878" y="354290"/>
                  </a:lnTo>
                  <a:lnTo>
                    <a:pt x="376930" y="387297"/>
                  </a:lnTo>
                  <a:lnTo>
                    <a:pt x="342099" y="414023"/>
                  </a:lnTo>
                  <a:lnTo>
                    <a:pt x="302723" y="433441"/>
                  </a:lnTo>
                  <a:lnTo>
                    <a:pt x="260315" y="444803"/>
                  </a:lnTo>
                  <a:lnTo>
                    <a:pt x="238481" y="447315"/>
                  </a:lnTo>
                  <a:lnTo>
                    <a:pt x="231168" y="447674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897" y="2151452"/>
              <a:ext cx="206808" cy="1095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37393" y="2543048"/>
            <a:ext cx="2940685" cy="1290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Train-</a:t>
            </a:r>
            <a:r>
              <a:rPr sz="1450" b="1" dirty="0">
                <a:solidFill>
                  <a:srgbClr val="736558"/>
                </a:solidFill>
                <a:latin typeface="Georgia"/>
                <a:cs typeface="Georgia"/>
              </a:rPr>
              <a:t>Test</a:t>
            </a:r>
            <a:r>
              <a:rPr sz="1450" b="1" spc="-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Split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split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dataset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into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b="1" spc="114" dirty="0">
                <a:solidFill>
                  <a:srgbClr val="736558"/>
                </a:solidFill>
                <a:latin typeface="Times New Roman"/>
                <a:cs typeface="Times New Roman"/>
              </a:rPr>
              <a:t>80%</a:t>
            </a:r>
            <a:r>
              <a:rPr sz="1150" b="1" spc="50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05" dirty="0">
                <a:solidFill>
                  <a:srgbClr val="736558"/>
                </a:solidFill>
                <a:latin typeface="Times New Roman"/>
                <a:cs typeface="Times New Roman"/>
              </a:rPr>
              <a:t>training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35900"/>
              </a:lnSpc>
            </a:pPr>
            <a:r>
              <a:rPr sz="1150" b="1" spc="114" dirty="0">
                <a:solidFill>
                  <a:srgbClr val="736558"/>
                </a:solidFill>
                <a:latin typeface="Times New Roman"/>
                <a:cs typeface="Times New Roman"/>
              </a:rPr>
              <a:t>data</a:t>
            </a:r>
            <a:r>
              <a:rPr sz="1150" b="1" spc="4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(1,780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documents)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teach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model,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4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b="1" spc="95" dirty="0">
                <a:solidFill>
                  <a:srgbClr val="736558"/>
                </a:solidFill>
                <a:latin typeface="Times New Roman"/>
                <a:cs typeface="Times New Roman"/>
              </a:rPr>
              <a:t>20%</a:t>
            </a:r>
            <a:r>
              <a:rPr sz="1150" b="1" spc="5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14" dirty="0">
                <a:solidFill>
                  <a:srgbClr val="736558"/>
                </a:solidFill>
                <a:latin typeface="Times New Roman"/>
                <a:cs typeface="Times New Roman"/>
              </a:rPr>
              <a:t>test</a:t>
            </a:r>
            <a:r>
              <a:rPr sz="1150" b="1" spc="60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14" dirty="0">
                <a:solidFill>
                  <a:srgbClr val="736558"/>
                </a:solidFill>
                <a:latin typeface="Times New Roman"/>
                <a:cs typeface="Times New Roman"/>
              </a:rPr>
              <a:t>data</a:t>
            </a:r>
            <a:r>
              <a:rPr sz="1150" b="1" spc="3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(445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documents)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evaluate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performance</a:t>
            </a:r>
            <a:r>
              <a:rPr sz="1150" spc="10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on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unseen</a:t>
            </a:r>
            <a:r>
              <a:rPr sz="1150" spc="10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examples.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57649" y="1828799"/>
            <a:ext cx="3314700" cy="2428875"/>
            <a:chOff x="4057649" y="1828799"/>
            <a:chExt cx="3314700" cy="2428875"/>
          </a:xfrm>
        </p:grpSpPr>
        <p:sp>
          <p:nvSpPr>
            <p:cNvPr id="11" name="object 11"/>
            <p:cNvSpPr/>
            <p:nvPr/>
          </p:nvSpPr>
          <p:spPr>
            <a:xfrm>
              <a:off x="4057649" y="1828799"/>
              <a:ext cx="3314700" cy="2428875"/>
            </a:xfrm>
            <a:custGeom>
              <a:avLst/>
              <a:gdLst/>
              <a:ahLst/>
              <a:cxnLst/>
              <a:rect l="l" t="t" r="r" b="b"/>
              <a:pathLst>
                <a:path w="3314700" h="2428875">
                  <a:moveTo>
                    <a:pt x="3298434" y="2428874"/>
                  </a:moveTo>
                  <a:lnTo>
                    <a:pt x="16265" y="2428874"/>
                  </a:lnTo>
                  <a:lnTo>
                    <a:pt x="13873" y="2428398"/>
                  </a:lnTo>
                  <a:lnTo>
                    <a:pt x="0" y="2412608"/>
                  </a:lnTo>
                  <a:lnTo>
                    <a:pt x="0" y="2410122"/>
                  </a:lnTo>
                  <a:lnTo>
                    <a:pt x="0" y="16265"/>
                  </a:lnTo>
                  <a:lnTo>
                    <a:pt x="16265" y="0"/>
                  </a:lnTo>
                  <a:lnTo>
                    <a:pt x="3298434" y="0"/>
                  </a:lnTo>
                  <a:lnTo>
                    <a:pt x="3314699" y="16265"/>
                  </a:lnTo>
                  <a:lnTo>
                    <a:pt x="3314699" y="2412608"/>
                  </a:lnTo>
                  <a:lnTo>
                    <a:pt x="3300825" y="2428398"/>
                  </a:lnTo>
                  <a:lnTo>
                    <a:pt x="3298434" y="2428874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10049" y="1981199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4"/>
                  </a:moveTo>
                  <a:lnTo>
                    <a:pt x="216506" y="447674"/>
                  </a:lnTo>
                  <a:lnTo>
                    <a:pt x="209193" y="447315"/>
                  </a:lnTo>
                  <a:lnTo>
                    <a:pt x="165876" y="440164"/>
                  </a:lnTo>
                  <a:lnTo>
                    <a:pt x="124786" y="424699"/>
                  </a:lnTo>
                  <a:lnTo>
                    <a:pt x="87503" y="401516"/>
                  </a:lnTo>
                  <a:lnTo>
                    <a:pt x="55459" y="371505"/>
                  </a:lnTo>
                  <a:lnTo>
                    <a:pt x="29885" y="335818"/>
                  </a:lnTo>
                  <a:lnTo>
                    <a:pt x="11766" y="295828"/>
                  </a:lnTo>
                  <a:lnTo>
                    <a:pt x="1796" y="253072"/>
                  </a:lnTo>
                  <a:lnTo>
                    <a:pt x="0" y="231168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5" y="93384"/>
                  </a:lnTo>
                  <a:lnTo>
                    <a:pt x="70743" y="60376"/>
                  </a:lnTo>
                  <a:lnTo>
                    <a:pt x="105575" y="33650"/>
                  </a:lnTo>
                  <a:lnTo>
                    <a:pt x="144951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31"/>
                  </a:lnTo>
                  <a:lnTo>
                    <a:pt x="316268" y="19843"/>
                  </a:lnTo>
                  <a:lnTo>
                    <a:pt x="354289" y="41795"/>
                  </a:lnTo>
                  <a:lnTo>
                    <a:pt x="387297" y="70743"/>
                  </a:lnTo>
                  <a:lnTo>
                    <a:pt x="414024" y="105574"/>
                  </a:lnTo>
                  <a:lnTo>
                    <a:pt x="433441" y="144951"/>
                  </a:lnTo>
                  <a:lnTo>
                    <a:pt x="444804" y="187358"/>
                  </a:lnTo>
                  <a:lnTo>
                    <a:pt x="447675" y="216506"/>
                  </a:lnTo>
                  <a:lnTo>
                    <a:pt x="447674" y="223837"/>
                  </a:lnTo>
                  <a:lnTo>
                    <a:pt x="447675" y="231168"/>
                  </a:lnTo>
                  <a:lnTo>
                    <a:pt x="441943" y="274695"/>
                  </a:lnTo>
                  <a:lnTo>
                    <a:pt x="427830" y="316268"/>
                  </a:lnTo>
                  <a:lnTo>
                    <a:pt x="405878" y="354290"/>
                  </a:lnTo>
                  <a:lnTo>
                    <a:pt x="376930" y="387297"/>
                  </a:lnTo>
                  <a:lnTo>
                    <a:pt x="342099" y="414023"/>
                  </a:lnTo>
                  <a:lnTo>
                    <a:pt x="302723" y="433441"/>
                  </a:lnTo>
                  <a:lnTo>
                    <a:pt x="260315" y="444803"/>
                  </a:lnTo>
                  <a:lnTo>
                    <a:pt x="238481" y="447315"/>
                  </a:lnTo>
                  <a:lnTo>
                    <a:pt x="231168" y="447674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9330" y="2100549"/>
              <a:ext cx="211375" cy="21140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197350" y="2543048"/>
            <a:ext cx="2989580" cy="1529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Why</a:t>
            </a:r>
            <a:r>
              <a:rPr sz="1450" b="1" spc="-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Logistic</a:t>
            </a:r>
            <a:r>
              <a:rPr sz="1450" b="1" spc="-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Regression?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7200"/>
              </a:lnSpc>
              <a:spcBef>
                <a:spcPts val="59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It's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simple,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fast,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works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well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text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classification.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is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interpretable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(we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see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which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words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influence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predictions),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trains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quickly,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often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achieves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high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accuracy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data.</a:t>
            </a:r>
            <a:endParaRPr sz="115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24748" y="1828799"/>
            <a:ext cx="3305175" cy="2428875"/>
            <a:chOff x="7524748" y="1828799"/>
            <a:chExt cx="3305175" cy="2428875"/>
          </a:xfrm>
        </p:grpSpPr>
        <p:sp>
          <p:nvSpPr>
            <p:cNvPr id="16" name="object 16"/>
            <p:cNvSpPr/>
            <p:nvPr/>
          </p:nvSpPr>
          <p:spPr>
            <a:xfrm>
              <a:off x="7524748" y="1828799"/>
              <a:ext cx="3305175" cy="2428875"/>
            </a:xfrm>
            <a:custGeom>
              <a:avLst/>
              <a:gdLst/>
              <a:ahLst/>
              <a:cxnLst/>
              <a:rect l="l" t="t" r="r" b="b"/>
              <a:pathLst>
                <a:path w="3305175" h="2428875">
                  <a:moveTo>
                    <a:pt x="3288908" y="2428874"/>
                  </a:moveTo>
                  <a:lnTo>
                    <a:pt x="16265" y="2428874"/>
                  </a:lnTo>
                  <a:lnTo>
                    <a:pt x="13872" y="2428398"/>
                  </a:lnTo>
                  <a:lnTo>
                    <a:pt x="0" y="2412608"/>
                  </a:lnTo>
                  <a:lnTo>
                    <a:pt x="0" y="2410122"/>
                  </a:lnTo>
                  <a:lnTo>
                    <a:pt x="0" y="16265"/>
                  </a:lnTo>
                  <a:lnTo>
                    <a:pt x="16265" y="0"/>
                  </a:lnTo>
                  <a:lnTo>
                    <a:pt x="3288908" y="0"/>
                  </a:lnTo>
                  <a:lnTo>
                    <a:pt x="3305175" y="16265"/>
                  </a:lnTo>
                  <a:lnTo>
                    <a:pt x="3305175" y="2412608"/>
                  </a:lnTo>
                  <a:lnTo>
                    <a:pt x="3291300" y="2428398"/>
                  </a:lnTo>
                  <a:lnTo>
                    <a:pt x="3288908" y="2428874"/>
                  </a:lnTo>
                  <a:close/>
                </a:path>
              </a:pathLst>
            </a:custGeom>
            <a:solidFill>
              <a:srgbClr val="EDE7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67624" y="1981199"/>
              <a:ext cx="457200" cy="447675"/>
            </a:xfrm>
            <a:custGeom>
              <a:avLst/>
              <a:gdLst/>
              <a:ahLst/>
              <a:cxnLst/>
              <a:rect l="l" t="t" r="r" b="b"/>
              <a:pathLst>
                <a:path w="457200" h="447675">
                  <a:moveTo>
                    <a:pt x="240693" y="447674"/>
                  </a:moveTo>
                  <a:lnTo>
                    <a:pt x="216506" y="447674"/>
                  </a:lnTo>
                  <a:lnTo>
                    <a:pt x="209192" y="447315"/>
                  </a:lnTo>
                  <a:lnTo>
                    <a:pt x="165875" y="440164"/>
                  </a:lnTo>
                  <a:lnTo>
                    <a:pt x="124785" y="424699"/>
                  </a:lnTo>
                  <a:lnTo>
                    <a:pt x="87502" y="401516"/>
                  </a:lnTo>
                  <a:lnTo>
                    <a:pt x="55459" y="371505"/>
                  </a:lnTo>
                  <a:lnTo>
                    <a:pt x="29885" y="335818"/>
                  </a:lnTo>
                  <a:lnTo>
                    <a:pt x="11766" y="295828"/>
                  </a:lnTo>
                  <a:lnTo>
                    <a:pt x="1796" y="253072"/>
                  </a:lnTo>
                  <a:lnTo>
                    <a:pt x="0" y="231168"/>
                  </a:lnTo>
                  <a:lnTo>
                    <a:pt x="0" y="223837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6" y="93384"/>
                  </a:lnTo>
                  <a:lnTo>
                    <a:pt x="70743" y="60376"/>
                  </a:lnTo>
                  <a:lnTo>
                    <a:pt x="105574" y="33650"/>
                  </a:lnTo>
                  <a:lnTo>
                    <a:pt x="144951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240693" y="0"/>
                  </a:lnTo>
                  <a:lnTo>
                    <a:pt x="284220" y="5731"/>
                  </a:lnTo>
                  <a:lnTo>
                    <a:pt x="325793" y="19843"/>
                  </a:lnTo>
                  <a:lnTo>
                    <a:pt x="363814" y="41795"/>
                  </a:lnTo>
                  <a:lnTo>
                    <a:pt x="396822" y="70743"/>
                  </a:lnTo>
                  <a:lnTo>
                    <a:pt x="423549" y="105574"/>
                  </a:lnTo>
                  <a:lnTo>
                    <a:pt x="442966" y="144951"/>
                  </a:lnTo>
                  <a:lnTo>
                    <a:pt x="454329" y="187358"/>
                  </a:lnTo>
                  <a:lnTo>
                    <a:pt x="457200" y="216506"/>
                  </a:lnTo>
                  <a:lnTo>
                    <a:pt x="457200" y="231168"/>
                  </a:lnTo>
                  <a:lnTo>
                    <a:pt x="451468" y="274695"/>
                  </a:lnTo>
                  <a:lnTo>
                    <a:pt x="437355" y="316268"/>
                  </a:lnTo>
                  <a:lnTo>
                    <a:pt x="415402" y="354290"/>
                  </a:lnTo>
                  <a:lnTo>
                    <a:pt x="386454" y="387297"/>
                  </a:lnTo>
                  <a:lnTo>
                    <a:pt x="351623" y="414023"/>
                  </a:lnTo>
                  <a:lnTo>
                    <a:pt x="312248" y="433441"/>
                  </a:lnTo>
                  <a:lnTo>
                    <a:pt x="269840" y="444803"/>
                  </a:lnTo>
                  <a:lnTo>
                    <a:pt x="248006" y="447315"/>
                  </a:lnTo>
                  <a:lnTo>
                    <a:pt x="240693" y="447674"/>
                  </a:lnTo>
                  <a:close/>
                </a:path>
              </a:pathLst>
            </a:custGeom>
            <a:solidFill>
              <a:srgbClr val="D3C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2448" y="2100541"/>
              <a:ext cx="180405" cy="21137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657306" y="2543048"/>
            <a:ext cx="2942590" cy="1290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35" dirty="0">
                <a:solidFill>
                  <a:srgbClr val="736558"/>
                </a:solidFill>
                <a:latin typeface="Georgia"/>
                <a:cs typeface="Georgia"/>
              </a:rPr>
              <a:t>Multi-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class</a:t>
            </a:r>
            <a:r>
              <a:rPr sz="1450" b="1" spc="1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Logistic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Regression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can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handle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multiple</a:t>
            </a:r>
            <a:endParaRPr sz="11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categories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using</a:t>
            </a:r>
            <a:r>
              <a:rPr sz="1150" spc="10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techniques</a:t>
            </a:r>
            <a:r>
              <a:rPr sz="1150" spc="10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10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one-vs-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rest,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where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learns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distinguish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each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category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from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all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others.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562" y="4610020"/>
            <a:ext cx="9521004" cy="201520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882555" y="7026816"/>
            <a:ext cx="1254125" cy="6191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800" b="1" spc="-1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endParaRPr sz="1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800" b="1" spc="-30" dirty="0">
                <a:solidFill>
                  <a:srgbClr val="736558"/>
                </a:solidFill>
                <a:latin typeface="Georgia"/>
                <a:cs typeface="Georgia"/>
              </a:rPr>
              <a:t>Evaluation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21696" y="7190487"/>
            <a:ext cx="14116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10" dirty="0">
                <a:solidFill>
                  <a:srgbClr val="736558"/>
                </a:solidFill>
                <a:latin typeface="Georgia"/>
                <a:cs typeface="Georgia"/>
              </a:rPr>
              <a:t>20%</a:t>
            </a:r>
            <a:r>
              <a:rPr sz="1800" b="1" spc="-9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800" b="1" spc="-30" dirty="0">
                <a:solidFill>
                  <a:srgbClr val="736558"/>
                </a:solidFill>
                <a:latin typeface="Georgia"/>
                <a:cs typeface="Georgia"/>
              </a:rPr>
              <a:t>Testing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1898" y="7026816"/>
            <a:ext cx="100711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2715">
              <a:lnSpc>
                <a:spcPct val="108100"/>
              </a:lnSpc>
              <a:spcBef>
                <a:spcPts val="95"/>
              </a:spcBef>
            </a:pPr>
            <a:r>
              <a:rPr sz="1800" b="1" spc="-10" dirty="0">
                <a:solidFill>
                  <a:srgbClr val="736558"/>
                </a:solidFill>
                <a:latin typeface="Georgia"/>
                <a:cs typeface="Georgia"/>
              </a:rPr>
              <a:t>Model </a:t>
            </a:r>
            <a:r>
              <a:rPr sz="1800" b="1" spc="-50" dirty="0">
                <a:solidFill>
                  <a:srgbClr val="736558"/>
                </a:solidFill>
                <a:latin typeface="Georgia"/>
                <a:cs typeface="Georgia"/>
              </a:rPr>
              <a:t>Training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9907" y="7026816"/>
            <a:ext cx="1007110" cy="61912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800" b="1" spc="-25" dirty="0">
                <a:solidFill>
                  <a:srgbClr val="736558"/>
                </a:solidFill>
                <a:latin typeface="Georgia"/>
                <a:cs typeface="Georgia"/>
              </a:rPr>
              <a:t>80%</a:t>
            </a:r>
            <a:endParaRPr sz="1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800" b="1" spc="-25" dirty="0">
                <a:solidFill>
                  <a:srgbClr val="736558"/>
                </a:solidFill>
                <a:latin typeface="Georgia"/>
                <a:cs typeface="Georgia"/>
              </a:rPr>
              <a:t>Training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4119" y="7190487"/>
            <a:ext cx="147256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30" dirty="0">
                <a:solidFill>
                  <a:srgbClr val="736558"/>
                </a:solidFill>
                <a:latin typeface="Georgia"/>
                <a:cs typeface="Georgia"/>
              </a:rPr>
              <a:t>Dataset</a:t>
            </a:r>
            <a:r>
              <a:rPr sz="1800" b="1" spc="-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800" b="1" spc="-25" dirty="0">
                <a:solidFill>
                  <a:srgbClr val="736558"/>
                </a:solidFill>
                <a:latin typeface="Georgia"/>
                <a:cs typeface="Georgia"/>
              </a:rPr>
              <a:t>Split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743700"/>
          </a:xfrm>
          <a:custGeom>
            <a:avLst/>
            <a:gdLst/>
            <a:ahLst/>
            <a:cxnLst/>
            <a:rect l="l" t="t" r="r" b="b"/>
            <a:pathLst>
              <a:path w="11430000" h="6743700">
                <a:moveTo>
                  <a:pt x="11429999" y="6743699"/>
                </a:moveTo>
                <a:lnTo>
                  <a:pt x="0" y="67436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743699"/>
                </a:lnTo>
                <a:close/>
              </a:path>
            </a:pathLst>
          </a:custGeom>
          <a:solidFill>
            <a:srgbClr val="F9F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Results</a:t>
            </a:r>
            <a:r>
              <a:rPr spc="-95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65" dirty="0"/>
              <a:t>Model</a:t>
            </a:r>
            <a:r>
              <a:rPr spc="-95" dirty="0"/>
              <a:t> </a:t>
            </a:r>
            <a:r>
              <a:rPr spc="-60" dirty="0"/>
              <a:t>Evaluation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4" y="1180306"/>
            <a:ext cx="946785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achieved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impressive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results,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demonstrating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power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NLP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techniques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automated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categorization.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4001" y="1540160"/>
            <a:ext cx="3313429" cy="1341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900" b="1" spc="-25" dirty="0">
                <a:solidFill>
                  <a:srgbClr val="736558"/>
                </a:solidFill>
                <a:latin typeface="Georgia"/>
                <a:cs typeface="Georgia"/>
              </a:rPr>
              <a:t>96%</a:t>
            </a:r>
            <a:endParaRPr sz="39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Accuracy </a:t>
            </a:r>
            <a:r>
              <a:rPr sz="1450" b="1" spc="-20" dirty="0">
                <a:solidFill>
                  <a:srgbClr val="736558"/>
                </a:solidFill>
                <a:latin typeface="Georgia"/>
                <a:cs typeface="Georgia"/>
              </a:rPr>
              <a:t>Score</a:t>
            </a:r>
            <a:endParaRPr sz="14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Correctly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classified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427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445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test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6132" y="1540160"/>
            <a:ext cx="2486660" cy="1341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900" b="1" spc="-25" dirty="0">
                <a:solidFill>
                  <a:srgbClr val="736558"/>
                </a:solidFill>
                <a:latin typeface="Georgia"/>
                <a:cs typeface="Georgia"/>
              </a:rPr>
              <a:t>445</a:t>
            </a:r>
            <a:endParaRPr sz="39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1450" b="1" dirty="0">
                <a:solidFill>
                  <a:srgbClr val="736558"/>
                </a:solidFill>
                <a:latin typeface="Georgia"/>
                <a:cs typeface="Georgia"/>
              </a:rPr>
              <a:t>Test</a:t>
            </a:r>
            <a:r>
              <a:rPr sz="1450" b="1" spc="-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endParaRPr sz="14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Unseen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examples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used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evaluation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374" y="3105594"/>
            <a:ext cx="300228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45" dirty="0">
                <a:solidFill>
                  <a:srgbClr val="484137"/>
                </a:solidFill>
                <a:latin typeface="Georgia"/>
                <a:cs typeface="Georgia"/>
              </a:rPr>
              <a:t>Understanding</a:t>
            </a:r>
            <a:r>
              <a:rPr sz="1750" b="1" spc="-55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10" dirty="0">
                <a:solidFill>
                  <a:srgbClr val="484137"/>
                </a:solidFill>
                <a:latin typeface="Georgia"/>
                <a:cs typeface="Georgia"/>
              </a:rPr>
              <a:t>the</a:t>
            </a:r>
            <a:r>
              <a:rPr sz="1750" b="1" spc="-50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10" dirty="0">
                <a:solidFill>
                  <a:srgbClr val="484137"/>
                </a:solidFill>
                <a:latin typeface="Georgia"/>
                <a:cs typeface="Georgia"/>
              </a:rPr>
              <a:t>Metrics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4" y="3647281"/>
            <a:ext cx="966279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Beyond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overall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accuracy,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need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examine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b="1" spc="120" dirty="0">
                <a:solidFill>
                  <a:srgbClr val="736558"/>
                </a:solidFill>
                <a:latin typeface="Times New Roman"/>
                <a:cs typeface="Times New Roman"/>
              </a:rPr>
              <a:t>precision</a:t>
            </a:r>
            <a:r>
              <a:rPr sz="1150" spc="120" dirty="0">
                <a:solidFill>
                  <a:srgbClr val="736558"/>
                </a:solidFill>
                <a:latin typeface="Georgia"/>
                <a:cs typeface="Georgia"/>
              </a:rPr>
              <a:t>,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b="1" spc="95" dirty="0">
                <a:solidFill>
                  <a:srgbClr val="736558"/>
                </a:solidFill>
                <a:latin typeface="Times New Roman"/>
                <a:cs typeface="Times New Roman"/>
              </a:rPr>
              <a:t>recall</a:t>
            </a:r>
            <a:r>
              <a:rPr sz="1150" spc="95" dirty="0">
                <a:solidFill>
                  <a:srgbClr val="736558"/>
                </a:solidFill>
                <a:latin typeface="Georgia"/>
                <a:cs typeface="Georgia"/>
              </a:rPr>
              <a:t>,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b="1" spc="110" dirty="0">
                <a:solidFill>
                  <a:srgbClr val="736558"/>
                </a:solidFill>
                <a:latin typeface="Times New Roman"/>
                <a:cs typeface="Times New Roman"/>
              </a:rPr>
              <a:t>F1-</a:t>
            </a:r>
            <a:r>
              <a:rPr sz="1150" b="1" spc="100" dirty="0">
                <a:solidFill>
                  <a:srgbClr val="736558"/>
                </a:solidFill>
                <a:latin typeface="Times New Roman"/>
                <a:cs typeface="Times New Roman"/>
              </a:rPr>
              <a:t>score</a:t>
            </a:r>
            <a:r>
              <a:rPr sz="1150" b="1" spc="4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each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category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get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complete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picture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performance.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0074" y="4057649"/>
            <a:ext cx="3314700" cy="1619250"/>
          </a:xfrm>
          <a:custGeom>
            <a:avLst/>
            <a:gdLst/>
            <a:ahLst/>
            <a:cxnLst/>
            <a:rect l="l" t="t" r="r" b="b"/>
            <a:pathLst>
              <a:path w="3314700" h="1619250">
                <a:moveTo>
                  <a:pt x="3298434" y="1619249"/>
                </a:moveTo>
                <a:lnTo>
                  <a:pt x="16265" y="1619249"/>
                </a:lnTo>
                <a:lnTo>
                  <a:pt x="13873" y="1618773"/>
                </a:lnTo>
                <a:lnTo>
                  <a:pt x="0" y="1602984"/>
                </a:lnTo>
                <a:lnTo>
                  <a:pt x="0" y="16265"/>
                </a:lnTo>
                <a:lnTo>
                  <a:pt x="16265" y="0"/>
                </a:lnTo>
                <a:lnTo>
                  <a:pt x="3298434" y="0"/>
                </a:lnTo>
                <a:lnTo>
                  <a:pt x="3314699" y="16265"/>
                </a:lnTo>
                <a:lnTo>
                  <a:pt x="3314699" y="19049"/>
                </a:lnTo>
                <a:lnTo>
                  <a:pt x="19050" y="19049"/>
                </a:lnTo>
                <a:lnTo>
                  <a:pt x="19050" y="1600199"/>
                </a:lnTo>
                <a:lnTo>
                  <a:pt x="3314699" y="1600199"/>
                </a:lnTo>
                <a:lnTo>
                  <a:pt x="3314699" y="1602984"/>
                </a:lnTo>
                <a:lnTo>
                  <a:pt x="3300826" y="1618773"/>
                </a:lnTo>
                <a:lnTo>
                  <a:pt x="3298434" y="1619249"/>
                </a:lnTo>
                <a:close/>
              </a:path>
              <a:path w="3314700" h="1619250">
                <a:moveTo>
                  <a:pt x="3314699" y="1600199"/>
                </a:moveTo>
                <a:lnTo>
                  <a:pt x="3295649" y="1600199"/>
                </a:lnTo>
                <a:lnTo>
                  <a:pt x="3295649" y="19049"/>
                </a:lnTo>
                <a:lnTo>
                  <a:pt x="3314699" y="19049"/>
                </a:lnTo>
                <a:lnTo>
                  <a:pt x="3314699" y="1600199"/>
                </a:lnTo>
                <a:close/>
              </a:path>
            </a:pathLst>
          </a:custGeom>
          <a:solidFill>
            <a:srgbClr val="D4CD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6443" y="4190872"/>
            <a:ext cx="2954655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Precision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all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classified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category,</a:t>
            </a:r>
            <a:endParaRPr sz="11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how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many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were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actually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category?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High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precision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means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few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false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positives.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57649" y="4057649"/>
            <a:ext cx="3314700" cy="1619250"/>
          </a:xfrm>
          <a:custGeom>
            <a:avLst/>
            <a:gdLst/>
            <a:ahLst/>
            <a:cxnLst/>
            <a:rect l="l" t="t" r="r" b="b"/>
            <a:pathLst>
              <a:path w="3314700" h="1619250">
                <a:moveTo>
                  <a:pt x="3298434" y="1619249"/>
                </a:moveTo>
                <a:lnTo>
                  <a:pt x="16265" y="1619249"/>
                </a:lnTo>
                <a:lnTo>
                  <a:pt x="13873" y="1618773"/>
                </a:lnTo>
                <a:lnTo>
                  <a:pt x="0" y="1602984"/>
                </a:lnTo>
                <a:lnTo>
                  <a:pt x="0" y="16265"/>
                </a:lnTo>
                <a:lnTo>
                  <a:pt x="16265" y="0"/>
                </a:lnTo>
                <a:lnTo>
                  <a:pt x="3298434" y="0"/>
                </a:lnTo>
                <a:lnTo>
                  <a:pt x="3314699" y="16265"/>
                </a:lnTo>
                <a:lnTo>
                  <a:pt x="3314699" y="19049"/>
                </a:lnTo>
                <a:lnTo>
                  <a:pt x="19050" y="19049"/>
                </a:lnTo>
                <a:lnTo>
                  <a:pt x="19050" y="1600199"/>
                </a:lnTo>
                <a:lnTo>
                  <a:pt x="3314699" y="1600199"/>
                </a:lnTo>
                <a:lnTo>
                  <a:pt x="3314699" y="1602984"/>
                </a:lnTo>
                <a:lnTo>
                  <a:pt x="3300826" y="1618773"/>
                </a:lnTo>
                <a:lnTo>
                  <a:pt x="3298434" y="1619249"/>
                </a:lnTo>
                <a:close/>
              </a:path>
              <a:path w="3314700" h="1619250">
                <a:moveTo>
                  <a:pt x="3314699" y="1600199"/>
                </a:moveTo>
                <a:lnTo>
                  <a:pt x="3295650" y="1600199"/>
                </a:lnTo>
                <a:lnTo>
                  <a:pt x="3295650" y="19049"/>
                </a:lnTo>
                <a:lnTo>
                  <a:pt x="3314699" y="19049"/>
                </a:lnTo>
                <a:lnTo>
                  <a:pt x="3314699" y="1600199"/>
                </a:lnTo>
                <a:close/>
              </a:path>
            </a:pathLst>
          </a:custGeom>
          <a:solidFill>
            <a:srgbClr val="D4CD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16400" y="4190872"/>
            <a:ext cx="2868295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Recall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all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actual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category,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how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many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did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correctly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identify?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High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recall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means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few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false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negatives.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24749" y="4057649"/>
            <a:ext cx="3305175" cy="1619250"/>
          </a:xfrm>
          <a:custGeom>
            <a:avLst/>
            <a:gdLst/>
            <a:ahLst/>
            <a:cxnLst/>
            <a:rect l="l" t="t" r="r" b="b"/>
            <a:pathLst>
              <a:path w="3305175" h="1619250">
                <a:moveTo>
                  <a:pt x="3288909" y="1619249"/>
                </a:moveTo>
                <a:lnTo>
                  <a:pt x="16265" y="1619249"/>
                </a:lnTo>
                <a:lnTo>
                  <a:pt x="13872" y="1618773"/>
                </a:lnTo>
                <a:lnTo>
                  <a:pt x="0" y="1602984"/>
                </a:lnTo>
                <a:lnTo>
                  <a:pt x="0" y="16265"/>
                </a:lnTo>
                <a:lnTo>
                  <a:pt x="16265" y="0"/>
                </a:lnTo>
                <a:lnTo>
                  <a:pt x="3288909" y="0"/>
                </a:lnTo>
                <a:lnTo>
                  <a:pt x="3305175" y="16265"/>
                </a:lnTo>
                <a:lnTo>
                  <a:pt x="3305175" y="19049"/>
                </a:lnTo>
                <a:lnTo>
                  <a:pt x="19050" y="19049"/>
                </a:lnTo>
                <a:lnTo>
                  <a:pt x="19050" y="1600199"/>
                </a:lnTo>
                <a:lnTo>
                  <a:pt x="3305175" y="1600199"/>
                </a:lnTo>
                <a:lnTo>
                  <a:pt x="3305175" y="1602984"/>
                </a:lnTo>
                <a:lnTo>
                  <a:pt x="3291300" y="1618773"/>
                </a:lnTo>
                <a:lnTo>
                  <a:pt x="3288909" y="1619249"/>
                </a:lnTo>
                <a:close/>
              </a:path>
              <a:path w="3305175" h="1619250">
                <a:moveTo>
                  <a:pt x="3305175" y="1600199"/>
                </a:moveTo>
                <a:lnTo>
                  <a:pt x="3286125" y="1600199"/>
                </a:lnTo>
                <a:lnTo>
                  <a:pt x="3286125" y="19049"/>
                </a:lnTo>
                <a:lnTo>
                  <a:pt x="3305175" y="19049"/>
                </a:lnTo>
                <a:lnTo>
                  <a:pt x="3305175" y="1600199"/>
                </a:lnTo>
                <a:close/>
              </a:path>
            </a:pathLst>
          </a:custGeom>
          <a:solidFill>
            <a:srgbClr val="D4CD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76356" y="4190872"/>
            <a:ext cx="2896235" cy="1281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F1-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Score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harmonic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mean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precision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recall.</a:t>
            </a:r>
            <a:endParaRPr sz="1150">
              <a:latin typeface="Georgia"/>
              <a:cs typeface="Georgia"/>
            </a:endParaRPr>
          </a:p>
          <a:p>
            <a:pPr marL="12700" marR="182880">
              <a:lnSpc>
                <a:spcPct val="135900"/>
              </a:lnSpc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balanced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measure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considers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both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metrics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-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ranges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from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0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1,</a:t>
            </a:r>
            <a:r>
              <a:rPr sz="1150" spc="3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1</a:t>
            </a:r>
            <a:r>
              <a:rPr sz="1150" spc="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being perfect.</a:t>
            </a:r>
            <a:endParaRPr sz="11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7374" y="5789453"/>
            <a:ext cx="10026650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b="1" spc="140" dirty="0">
                <a:solidFill>
                  <a:srgbClr val="736558"/>
                </a:solidFill>
                <a:latin typeface="Times New Roman"/>
                <a:cs typeface="Times New Roman"/>
              </a:rPr>
              <a:t>confusion</a:t>
            </a:r>
            <a:r>
              <a:rPr sz="1150" b="1" spc="8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b="1" spc="120" dirty="0">
                <a:solidFill>
                  <a:srgbClr val="736558"/>
                </a:solidFill>
                <a:latin typeface="Times New Roman"/>
                <a:cs typeface="Times New Roman"/>
              </a:rPr>
              <a:t>matrix</a:t>
            </a:r>
            <a:r>
              <a:rPr sz="1150" b="1" spc="65" dirty="0">
                <a:solidFill>
                  <a:srgbClr val="736558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shows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where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model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made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mistakes.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Most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misclassifications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occurred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between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similar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categories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business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politics,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which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makes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sense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since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these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topics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sometimes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overlap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news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coverage.</a:t>
            </a:r>
            <a:endParaRPr sz="11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717200"/>
            <a:ext cx="665099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Conclusion</a:t>
            </a:r>
            <a:r>
              <a:rPr spc="-95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80" dirty="0"/>
              <a:t>Future</a:t>
            </a:r>
            <a:r>
              <a:rPr spc="-90" dirty="0"/>
              <a:t> </a:t>
            </a:r>
            <a:r>
              <a:rPr spc="-65" dirty="0"/>
              <a:t>Improvements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1257744"/>
            <a:ext cx="170878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20" dirty="0">
                <a:solidFill>
                  <a:srgbClr val="484137"/>
                </a:solidFill>
                <a:latin typeface="Georgia"/>
                <a:cs typeface="Georgia"/>
              </a:rPr>
              <a:t>Key</a:t>
            </a:r>
            <a:r>
              <a:rPr sz="1750" b="1" spc="-95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30" dirty="0">
                <a:solidFill>
                  <a:srgbClr val="484137"/>
                </a:solidFill>
                <a:latin typeface="Georgia"/>
                <a:cs typeface="Georgia"/>
              </a:rPr>
              <a:t>Takeaways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4" y="18859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9124" y="21716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9124" y="24669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9124" y="27622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7365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7285" y="1693703"/>
            <a:ext cx="9325610" cy="1187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63000"/>
              </a:lnSpc>
              <a:spcBef>
                <a:spcPts val="9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Our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NLP-based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system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achieved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b="1" spc="80" dirty="0">
                <a:solidFill>
                  <a:srgbClr val="D3C4B5"/>
                </a:solidFill>
                <a:latin typeface="Times New Roman"/>
                <a:cs typeface="Times New Roman"/>
              </a:rPr>
              <a:t>96%</a:t>
            </a:r>
            <a:r>
              <a:rPr sz="1150" b="1" spc="90" dirty="0">
                <a:solidFill>
                  <a:srgbClr val="D3C4B5"/>
                </a:solidFill>
                <a:latin typeface="Times New Roman"/>
                <a:cs typeface="Times New Roman"/>
              </a:rPr>
              <a:t> </a:t>
            </a:r>
            <a:r>
              <a:rPr sz="1150" b="1" spc="100" dirty="0">
                <a:solidFill>
                  <a:srgbClr val="D3C4B5"/>
                </a:solidFill>
                <a:latin typeface="Times New Roman"/>
                <a:cs typeface="Times New Roman"/>
              </a:rPr>
              <a:t>accuracy</a:t>
            </a:r>
            <a:r>
              <a:rPr sz="1150" spc="100" dirty="0">
                <a:solidFill>
                  <a:srgbClr val="736558"/>
                </a:solidFill>
                <a:latin typeface="Georgia"/>
                <a:cs typeface="Georgia"/>
              </a:rPr>
              <a:t>,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demonstrating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automated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highly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effective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Simple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techniques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TF-IDF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combined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Logistic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Regression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can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produce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excellent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results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without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complex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deep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learning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NLP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enables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automation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tedious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manual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tasks,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saving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time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and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reducing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human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error</a:t>
            </a: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pipeline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we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built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be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applied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other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text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problems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minimal</a:t>
            </a:r>
            <a:r>
              <a:rPr sz="1150" spc="6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modifications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3724869"/>
            <a:ext cx="76199" cy="76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7374" y="3105594"/>
            <a:ext cx="3275965" cy="1547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5" dirty="0">
                <a:solidFill>
                  <a:srgbClr val="484137"/>
                </a:solidFill>
                <a:latin typeface="Georgia"/>
                <a:cs typeface="Georgia"/>
              </a:rPr>
              <a:t>Future</a:t>
            </a:r>
            <a:r>
              <a:rPr sz="1750" b="1" spc="-75" dirty="0">
                <a:solidFill>
                  <a:srgbClr val="484137"/>
                </a:solidFill>
                <a:latin typeface="Georgia"/>
                <a:cs typeface="Georgia"/>
              </a:rPr>
              <a:t> </a:t>
            </a:r>
            <a:r>
              <a:rPr sz="1750" b="1" spc="-10" dirty="0">
                <a:solidFill>
                  <a:srgbClr val="484137"/>
                </a:solidFill>
                <a:latin typeface="Georgia"/>
                <a:cs typeface="Georgia"/>
              </a:rPr>
              <a:t>Enhancements</a:t>
            </a:r>
            <a:endParaRPr sz="1750">
              <a:latin typeface="Georgia"/>
              <a:cs typeface="Georgia"/>
            </a:endParaRPr>
          </a:p>
          <a:p>
            <a:pPr marL="237490">
              <a:lnSpc>
                <a:spcPct val="100000"/>
              </a:lnSpc>
              <a:spcBef>
                <a:spcPts val="1875"/>
              </a:spcBef>
            </a:pP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Deep</a:t>
            </a:r>
            <a:r>
              <a:rPr sz="1450" b="1" spc="-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Learning</a:t>
            </a:r>
            <a:r>
              <a:rPr sz="1450" b="1" spc="-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Models</a:t>
            </a:r>
            <a:endParaRPr sz="1450">
              <a:latin typeface="Georgia"/>
              <a:cs typeface="Georgia"/>
            </a:endParaRPr>
          </a:p>
          <a:p>
            <a:pPr marL="237490" marR="5080">
              <a:lnSpc>
                <a:spcPct val="135900"/>
              </a:lnSpc>
              <a:spcBef>
                <a:spcPts val="61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Experiment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with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neural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networks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like</a:t>
            </a:r>
            <a:r>
              <a:rPr sz="1150" spc="9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LSTM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transformers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(BERT)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for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potentially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higher accuracy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6700" y="3724869"/>
            <a:ext cx="66674" cy="761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284860" y="3609847"/>
            <a:ext cx="2780030" cy="805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25" dirty="0">
                <a:solidFill>
                  <a:srgbClr val="736558"/>
                </a:solidFill>
                <a:latin typeface="Georgia"/>
                <a:cs typeface="Georgia"/>
              </a:rPr>
              <a:t>Larger</a:t>
            </a:r>
            <a:r>
              <a:rPr sz="1450" b="1" spc="-5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Datasets</a:t>
            </a:r>
            <a:endParaRPr sz="145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Test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approach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larger,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more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diverse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datasets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to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evaluate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scalability</a:t>
            </a:r>
            <a:endParaRPr sz="1150">
              <a:latin typeface="Georgia"/>
              <a:cs typeface="Georg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3800" y="3724869"/>
            <a:ext cx="76199" cy="761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757318" y="3609847"/>
            <a:ext cx="2591435" cy="805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30" dirty="0">
                <a:solidFill>
                  <a:srgbClr val="736558"/>
                </a:solidFill>
                <a:latin typeface="Georgia"/>
                <a:cs typeface="Georgia"/>
              </a:rPr>
              <a:t>Real-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Time</a:t>
            </a:r>
            <a:r>
              <a:rPr sz="1450" b="1" spc="-4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450" b="1" spc="-10" dirty="0">
                <a:solidFill>
                  <a:srgbClr val="736558"/>
                </a:solidFill>
                <a:latin typeface="Georgia"/>
                <a:cs typeface="Georgia"/>
              </a:rPr>
              <a:t>Processing</a:t>
            </a:r>
            <a:endParaRPr sz="1450" dirty="0">
              <a:latin typeface="Georgia"/>
              <a:cs typeface="Georgi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Implement</a:t>
            </a:r>
            <a:r>
              <a:rPr sz="1150" spc="12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streaming</a:t>
            </a:r>
            <a:r>
              <a:rPr sz="1150" spc="12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12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25" dirty="0">
                <a:solidFill>
                  <a:srgbClr val="736558"/>
                </a:solidFill>
                <a:latin typeface="Georgia"/>
                <a:cs typeface="Georgia"/>
              </a:rPr>
              <a:t>for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as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they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arrive</a:t>
            </a:r>
            <a:r>
              <a:rPr sz="1150" spc="7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7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real-</a:t>
            </a:r>
            <a:r>
              <a:rPr sz="1150" spc="-20" dirty="0">
                <a:solidFill>
                  <a:srgbClr val="736558"/>
                </a:solidFill>
                <a:latin typeface="Georgia"/>
                <a:cs typeface="Georgia"/>
              </a:rPr>
              <a:t>time</a:t>
            </a:r>
            <a:endParaRPr sz="115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2403" y="4970303"/>
            <a:ext cx="9996805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"NLP</a:t>
            </a:r>
            <a:r>
              <a:rPr sz="1150" spc="8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techniques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have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transformed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classification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from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manual,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time-consuming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task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into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an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automated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process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that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can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handle</a:t>
            </a:r>
            <a:r>
              <a:rPr sz="1150" spc="8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thousands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of</a:t>
            </a:r>
            <a:r>
              <a:rPr sz="1150" spc="55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documents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dirty="0">
                <a:solidFill>
                  <a:srgbClr val="736558"/>
                </a:solidFill>
                <a:latin typeface="Georgia"/>
                <a:cs typeface="Georgia"/>
              </a:rPr>
              <a:t>in</a:t>
            </a:r>
            <a:r>
              <a:rPr sz="1150" spc="60" dirty="0">
                <a:solidFill>
                  <a:srgbClr val="736558"/>
                </a:solidFill>
                <a:latin typeface="Georgia"/>
                <a:cs typeface="Georgia"/>
              </a:rPr>
              <a:t> </a:t>
            </a:r>
            <a:r>
              <a:rPr sz="1150" spc="-10" dirty="0">
                <a:solidFill>
                  <a:srgbClr val="736558"/>
                </a:solidFill>
                <a:latin typeface="Georgia"/>
                <a:cs typeface="Georgia"/>
              </a:rPr>
              <a:t>seconds."</a:t>
            </a:r>
            <a:endParaRPr sz="1150" dirty="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0074" y="4857749"/>
            <a:ext cx="19050" cy="819150"/>
          </a:xfrm>
          <a:custGeom>
            <a:avLst/>
            <a:gdLst/>
            <a:ahLst/>
            <a:cxnLst/>
            <a:rect l="l" t="t" r="r" b="b"/>
            <a:pathLst>
              <a:path w="19050" h="819150">
                <a:moveTo>
                  <a:pt x="19049" y="819149"/>
                </a:moveTo>
                <a:lnTo>
                  <a:pt x="0" y="819149"/>
                </a:lnTo>
                <a:lnTo>
                  <a:pt x="0" y="0"/>
                </a:lnTo>
                <a:lnTo>
                  <a:pt x="19049" y="0"/>
                </a:lnTo>
                <a:lnTo>
                  <a:pt x="19049" y="819149"/>
                </a:lnTo>
                <a:close/>
              </a:path>
            </a:pathLst>
          </a:custGeom>
          <a:solidFill>
            <a:srgbClr val="D3C4B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1463</Words>
  <Application>Microsoft Office PowerPoint</Application>
  <PresentationFormat>Custom</PresentationFormat>
  <Paragraphs>153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Georgia</vt:lpstr>
      <vt:lpstr>Times New Roman</vt:lpstr>
      <vt:lpstr>Office Theme</vt:lpstr>
      <vt:lpstr>Document Classification using NLP Techniques</vt:lpstr>
      <vt:lpstr>What is Natural Language Processing?</vt:lpstr>
      <vt:lpstr>The Problem We're Solving</vt:lpstr>
      <vt:lpstr>The BBC Text Dataset</vt:lpstr>
      <vt:lpstr>Python Libraries &amp; Tools</vt:lpstr>
      <vt:lpstr>Data Preprocessing: Cleaning the Text</vt:lpstr>
      <vt:lpstr>Feature Extraction: TF-IDF Vectorization</vt:lpstr>
      <vt:lpstr>Logistic Regression Model</vt:lpstr>
      <vt:lpstr>Results &amp; Model Evaluation</vt:lpstr>
      <vt:lpstr>Conclusion &amp; Future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Classification using NLP Techniques</dc:title>
  <cp:lastModifiedBy>tripathi.amitk@gmail.com</cp:lastModifiedBy>
  <cp:revision>1</cp:revision>
  <dcterms:created xsi:type="dcterms:W3CDTF">2026-03-31T15:32:11Z</dcterms:created>
  <dcterms:modified xsi:type="dcterms:W3CDTF">2026-03-31T15:35:03Z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2026-03-31T00:00:00Z</vt:filetime>
  </property>
  <property fmtid="{D5CDD505-2E9C-101B-9397-08002B2CF9AE}" pid="5" name="Producer">
    <vt:lpwstr>pdf-lib (https://github.com/Hopding/pdf-lib)</vt:lpwstr>
  </property>
</Properties>
</file>